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2C97-169B-B83E-2B8B-5FFE7A5A2AA8}" v="431" dt="2025-08-25T23:09:00.143"/>
    <p1510:client id="{29364BD3-6283-BBDB-C3EF-0BD59189884D}" v="35" dt="2025-08-26T08:47:40.426"/>
    <p1510:client id="{29556723-A258-8551-B266-5A0635AEFF4E}" v="38" dt="2025-08-26T10:35:30.691"/>
    <p1510:client id="{DB07C64E-F9A7-6793-2A97-91665E19FA1C}" v="7" dt="2025-08-26T09:19:16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GOVINDARAJAN" userId="S::anand.govindarajan.2025@mumail.ie::ef6cf96b-815c-49df-a42f-47f310ad572f" providerId="AD" clId="Web-{29364BD3-6283-BBDB-C3EF-0BD59189884D}"/>
    <pc:docChg chg="modSld">
      <pc:chgData name="ANAND GOVINDARAJAN" userId="S::anand.govindarajan.2025@mumail.ie::ef6cf96b-815c-49df-a42f-47f310ad572f" providerId="AD" clId="Web-{29364BD3-6283-BBDB-C3EF-0BD59189884D}" dt="2025-08-26T08:47:40.426" v="35" actId="20577"/>
      <pc:docMkLst>
        <pc:docMk/>
      </pc:docMkLst>
      <pc:sldChg chg="addSp delSp modSp">
        <pc:chgData name="ANAND GOVINDARAJAN" userId="S::anand.govindarajan.2025@mumail.ie::ef6cf96b-815c-49df-a42f-47f310ad572f" providerId="AD" clId="Web-{29364BD3-6283-BBDB-C3EF-0BD59189884D}" dt="2025-08-26T08:47:40.426" v="35" actId="20577"/>
        <pc:sldMkLst>
          <pc:docMk/>
          <pc:sldMk cId="109857222" sldId="256"/>
        </pc:sldMkLst>
        <pc:spChg chg="mod">
          <ac:chgData name="ANAND GOVINDARAJAN" userId="S::anand.govindarajan.2025@mumail.ie::ef6cf96b-815c-49df-a42f-47f310ad572f" providerId="AD" clId="Web-{29364BD3-6283-BBDB-C3EF-0BD59189884D}" dt="2025-08-26T08:47:40.426" v="35" actId="20577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5" creationId="{907EF6B7-1338-4443-8C46-6A318D952DFD}"/>
          </ac:spMkLst>
        </pc:spChg>
        <pc:spChg chg="del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6" creationId="{DAAE4CDD-124C-4DCF-9584-B6033B545DD5}"/>
          </ac:spMkLst>
        </pc:spChg>
        <pc:spChg chg="del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7" creationId="{081E4A58-353D-44AE-B2FC-2A74E2E400F7}"/>
          </ac:spMkLst>
        </pc:spChg>
        <pc:spChg chg="add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9" creationId="{907EF6B7-1338-4443-8C46-6A318D952DFD}"/>
          </ac:spMkLst>
        </pc:spChg>
        <pc:spChg chg="add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11" creationId="{DAAE4CDD-124C-4DCF-9584-B6033B545DD5}"/>
          </ac:spMkLst>
        </pc:spChg>
        <pc:spChg chg="add">
          <ac:chgData name="ANAND GOVINDARAJAN" userId="S::anand.govindarajan.2025@mumail.ie::ef6cf96b-815c-49df-a42f-47f310ad572f" providerId="AD" clId="Web-{29364BD3-6283-BBDB-C3EF-0BD59189884D}" dt="2025-08-26T08:46:57.331" v="32"/>
          <ac:spMkLst>
            <pc:docMk/>
            <pc:sldMk cId="109857222" sldId="256"/>
            <ac:spMk id="13" creationId="{081E4A58-353D-44AE-B2FC-2A74E2E400F7}"/>
          </ac:spMkLst>
        </pc:spChg>
      </pc:sldChg>
    </pc:docChg>
  </pc:docChgLst>
  <pc:docChgLst>
    <pc:chgData name="ANAND GOVINDARAJAN" userId="S::anand.govindarajan.2025@mumail.ie::ef6cf96b-815c-49df-a42f-47f310ad572f" providerId="AD" clId="Web-{29556723-A258-8551-B266-5A0635AEFF4E}"/>
    <pc:docChg chg="modSld">
      <pc:chgData name="ANAND GOVINDARAJAN" userId="S::anand.govindarajan.2025@mumail.ie::ef6cf96b-815c-49df-a42f-47f310ad572f" providerId="AD" clId="Web-{29556723-A258-8551-B266-5A0635AEFF4E}" dt="2025-08-26T10:35:29.300" v="39" actId="20577"/>
      <pc:docMkLst>
        <pc:docMk/>
      </pc:docMkLst>
      <pc:sldChg chg="addSp delSp modSp">
        <pc:chgData name="ANAND GOVINDARAJAN" userId="S::anand.govindarajan.2025@mumail.ie::ef6cf96b-815c-49df-a42f-47f310ad572f" providerId="AD" clId="Web-{29556723-A258-8551-B266-5A0635AEFF4E}" dt="2025-08-26T10:35:29.300" v="39" actId="20577"/>
        <pc:sldMkLst>
          <pc:docMk/>
          <pc:sldMk cId="109857222" sldId="256"/>
        </pc:sldMkLst>
        <pc:spChg chg="mod">
          <ac:chgData name="ANAND GOVINDARAJAN" userId="S::anand.govindarajan.2025@mumail.ie::ef6cf96b-815c-49df-a42f-47f310ad572f" providerId="AD" clId="Web-{29556723-A258-8551-B266-5A0635AEFF4E}" dt="2025-08-26T10:35:14.800" v="3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AND GOVINDARAJAN" userId="S::anand.govindarajan.2025@mumail.ie::ef6cf96b-815c-49df-a42f-47f310ad572f" providerId="AD" clId="Web-{29556723-A258-8551-B266-5A0635AEFF4E}" dt="2025-08-26T10:35:29.300" v="39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9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11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13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08.347" v="31"/>
          <ac:spMkLst>
            <pc:docMk/>
            <pc:sldMk cId="109857222" sldId="256"/>
            <ac:spMk id="15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08.347" v="31"/>
          <ac:spMkLst>
            <pc:docMk/>
            <pc:sldMk cId="109857222" sldId="256"/>
            <ac:spMk id="17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08.347" v="31"/>
          <ac:spMkLst>
            <pc:docMk/>
            <pc:sldMk cId="109857222" sldId="256"/>
            <ac:spMk id="19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14.800" v="33"/>
          <ac:spMkLst>
            <pc:docMk/>
            <pc:sldMk cId="109857222" sldId="256"/>
            <ac:spMk id="21" creationId="{C3896A03-3945-419A-B66B-4EE266EDD152}"/>
          </ac:spMkLst>
        </pc:spChg>
        <pc:spChg chg="add del">
          <ac:chgData name="ANAND GOVINDARAJAN" userId="S::anand.govindarajan.2025@mumail.ie::ef6cf96b-815c-49df-a42f-47f310ad572f" providerId="AD" clId="Web-{29556723-A258-8551-B266-5A0635AEFF4E}" dt="2025-08-26T10:35:14.800" v="33"/>
          <ac:spMkLst>
            <pc:docMk/>
            <pc:sldMk cId="109857222" sldId="256"/>
            <ac:spMk id="25" creationId="{B34F5AD2-EDBD-4BBD-A55C-EAFFD0C7097A}"/>
          </ac:spMkLst>
        </pc:spChg>
        <pc:spChg chg="add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27" creationId="{907EF6B7-1338-4443-8C46-6A318D952DFD}"/>
          </ac:spMkLst>
        </pc:spChg>
        <pc:spChg chg="add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28" creationId="{DAAE4CDD-124C-4DCF-9584-B6033B545DD5}"/>
          </ac:spMkLst>
        </pc:spChg>
        <pc:spChg chg="add">
          <ac:chgData name="ANAND GOVINDARAJAN" userId="S::anand.govindarajan.2025@mumail.ie::ef6cf96b-815c-49df-a42f-47f310ad572f" providerId="AD" clId="Web-{29556723-A258-8551-B266-5A0635AEFF4E}" dt="2025-08-26T10:35:14.816" v="34"/>
          <ac:spMkLst>
            <pc:docMk/>
            <pc:sldMk cId="109857222" sldId="256"/>
            <ac:spMk id="29" creationId="{081E4A58-353D-44AE-B2FC-2A74E2E400F7}"/>
          </ac:spMkLst>
        </pc:spChg>
      </pc:sldChg>
    </pc:docChg>
  </pc:docChgLst>
  <pc:docChgLst>
    <pc:chgData name="ANAND GOVINDARAJAN" userId="S::anand.govindarajan.2025@mumail.ie::ef6cf96b-815c-49df-a42f-47f310ad572f" providerId="AD" clId="Web-{06F72C97-169B-B83E-2B8B-5FFE7A5A2AA8}"/>
    <pc:docChg chg="addSld delSld modSld addMainMaster delMainMaster">
      <pc:chgData name="ANAND GOVINDARAJAN" userId="S::anand.govindarajan.2025@mumail.ie::ef6cf96b-815c-49df-a42f-47f310ad572f" providerId="AD" clId="Web-{06F72C97-169B-B83E-2B8B-5FFE7A5A2AA8}" dt="2025-08-25T08:45:32.296" v="498"/>
      <pc:docMkLst>
        <pc:docMk/>
      </pc:docMkLst>
      <pc:sldChg chg="addSp delSp modSp mod setBg modClrScheme delDesignElem chgLayout">
        <pc:chgData name="ANAND GOVINDARAJAN" userId="S::anand.govindarajan.2025@mumail.ie::ef6cf96b-815c-49df-a42f-47f310ad572f" providerId="AD" clId="Web-{06F72C97-169B-B83E-2B8B-5FFE7A5A2AA8}" dt="2025-08-25T08:32:15.105" v="378"/>
        <pc:sldMkLst>
          <pc:docMk/>
          <pc:sldMk cId="109857222" sldId="256"/>
        </pc:sldMkLst>
        <pc:spChg chg="mod ord">
          <ac:chgData name="ANAND GOVINDARAJAN" userId="S::anand.govindarajan.2025@mumail.ie::ef6cf96b-815c-49df-a42f-47f310ad572f" providerId="AD" clId="Web-{06F72C97-169B-B83E-2B8B-5FFE7A5A2AA8}" dt="2025-08-25T08:32:08.714" v="3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NAND GOVINDARAJAN" userId="S::anand.govindarajan.2025@mumail.ie::ef6cf96b-815c-49df-a42f-47f310ad572f" providerId="AD" clId="Web-{06F72C97-169B-B83E-2B8B-5FFE7A5A2AA8}" dt="2025-08-25T08:32:15.105" v="378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2:15.105" v="378"/>
          <ac:spMkLst>
            <pc:docMk/>
            <pc:sldMk cId="109857222" sldId="256"/>
            <ac:spMk id="5" creationId="{907EF6B7-1338-4443-8C46-6A318D952DFD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2:15.105" v="378"/>
          <ac:spMkLst>
            <pc:docMk/>
            <pc:sldMk cId="109857222" sldId="256"/>
            <ac:spMk id="6" creationId="{DAAE4CDD-124C-4DCF-9584-B6033B545DD5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2:15.105" v="378"/>
          <ac:spMkLst>
            <pc:docMk/>
            <pc:sldMk cId="109857222" sldId="256"/>
            <ac:spMk id="7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8" creationId="{09588DA8-065E-4F6F-8EFD-43104AB2E0CF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10" creationId="{C4285719-470E-454C-AF62-8323075F1F5B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12" creationId="{CD9FE4EF-C4D8-49A0-B2FF-81D8DB7D8A24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14" creationId="{4300840D-0A0B-4512-BACA-B439D5B9C57C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16" creationId="{D2B78728-A580-49A7-84F9-6EF6F583ADE0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18" creationId="{38FAA1A1-D861-433F-88FA-1E9D6FD31D11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5:28.392" v="337"/>
          <ac:spMkLst>
            <pc:docMk/>
            <pc:sldMk cId="109857222" sldId="256"/>
            <ac:spMk id="20" creationId="{8D71EDA1-87BF-4D5D-AB79-F346FD1927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109857222" sldId="256"/>
            <ac:spMk id="22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109857222" sldId="256"/>
            <ac:spMk id="23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109857222" sldId="256"/>
            <ac:spMk id="24" creationId="{081E4A58-353D-44AE-B2FC-2A74E2E400F7}"/>
          </ac:spMkLst>
        </pc:spChg>
      </pc:sldChg>
      <pc:sldChg chg="addSp delSp modSp new mod setBg modClrScheme delDesignElem chgLayout">
        <pc:chgData name="ANAND GOVINDARAJAN" userId="S::anand.govindarajan.2025@mumail.ie::ef6cf96b-815c-49df-a42f-47f310ad572f" providerId="AD" clId="Web-{06F72C97-169B-B83E-2B8B-5FFE7A5A2AA8}" dt="2025-08-25T08:33:05.637" v="381"/>
        <pc:sldMkLst>
          <pc:docMk/>
          <pc:sldMk cId="2535462951" sldId="257"/>
        </pc:sldMkLst>
        <pc:spChg chg="mod ord">
          <ac:chgData name="ANAND GOVINDARAJAN" userId="S::anand.govindarajan.2025@mumail.ie::ef6cf96b-815c-49df-a42f-47f310ad572f" providerId="AD" clId="Web-{06F72C97-169B-B83E-2B8B-5FFE7A5A2AA8}" dt="2025-08-25T08:33:05.637" v="381"/>
          <ac:spMkLst>
            <pc:docMk/>
            <pc:sldMk cId="2535462951" sldId="257"/>
            <ac:spMk id="2" creationId="{0D028216-721C-FD50-6C3A-8A1BD3CC67D9}"/>
          </ac:spMkLst>
        </pc:spChg>
        <pc:spChg chg="add del mod ord">
          <ac:chgData name="ANAND GOVINDARAJAN" userId="S::anand.govindarajan.2025@mumail.ie::ef6cf96b-815c-49df-a42f-47f310ad572f" providerId="AD" clId="Web-{06F72C97-169B-B83E-2B8B-5FFE7A5A2AA8}" dt="2025-08-25T08:27:01.707" v="355"/>
          <ac:spMkLst>
            <pc:docMk/>
            <pc:sldMk cId="2535462951" sldId="257"/>
            <ac:spMk id="3" creationId="{6506C1FC-D130-BE4F-D57A-B077746E87C9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7:01.660" v="354"/>
          <ac:spMkLst>
            <pc:docMk/>
            <pc:sldMk cId="2535462951" sldId="257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7:01.660" v="354"/>
          <ac:spMkLst>
            <pc:docMk/>
            <pc:sldMk cId="2535462951" sldId="257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7:01.660" v="354"/>
          <ac:spMkLst>
            <pc:docMk/>
            <pc:sldMk cId="2535462951" sldId="257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7:01.660" v="354"/>
          <ac:spMkLst>
            <pc:docMk/>
            <pc:sldMk cId="2535462951" sldId="257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2535462951" sldId="257"/>
            <ac:spMk id="17" creationId="{53B021B3-DE93-4AB7-8A18-CF5F1CED88B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2535462951" sldId="257"/>
            <ac:spMk id="18" creationId="{52D502E5-F6B4-4D58-B4AE-FC466FF15EE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2535462951" sldId="257"/>
            <ac:spMk id="19" creationId="{9DECDBF4-02B6-4BB4-B65B-B8107AD6A9E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05.637" v="381"/>
          <ac:spMkLst>
            <pc:docMk/>
            <pc:sldMk cId="2535462951" sldId="257"/>
            <ac:spMk id="25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05.637" v="381"/>
          <ac:spMkLst>
            <pc:docMk/>
            <pc:sldMk cId="2535462951" sldId="257"/>
            <ac:spMk id="27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05.637" v="381"/>
          <ac:spMkLst>
            <pc:docMk/>
            <pc:sldMk cId="2535462951" sldId="257"/>
            <ac:spMk id="29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05.637" v="381"/>
          <ac:spMkLst>
            <pc:docMk/>
            <pc:sldMk cId="2535462951" sldId="257"/>
            <ac:spMk id="31" creationId="{063BBA22-50EA-4C4D-BE05-F1CE4E63AA56}"/>
          </ac:spMkLst>
        </pc:spChg>
        <pc:graphicFrameChg chg="add del">
          <ac:chgData name="ANAND GOVINDARAJAN" userId="S::anand.govindarajan.2025@mumail.ie::ef6cf96b-815c-49df-a42f-47f310ad572f" providerId="AD" clId="Web-{06F72C97-169B-B83E-2B8B-5FFE7A5A2AA8}" dt="2025-08-25T08:27:01.660" v="354"/>
          <ac:graphicFrameMkLst>
            <pc:docMk/>
            <pc:sldMk cId="2535462951" sldId="257"/>
            <ac:graphicFrameMk id="5" creationId="{BF401685-2E19-DA01-788D-D6462657B8DE}"/>
          </ac:graphicFrameMkLst>
        </pc:graphicFrameChg>
        <pc:graphicFrameChg chg="add mod ord modGraphic">
          <ac:chgData name="ANAND GOVINDARAJAN" userId="S::anand.govindarajan.2025@mumail.ie::ef6cf96b-815c-49df-a42f-47f310ad572f" providerId="AD" clId="Web-{06F72C97-169B-B83E-2B8B-5FFE7A5A2AA8}" dt="2025-08-25T08:33:05.637" v="381"/>
          <ac:graphicFrameMkLst>
            <pc:docMk/>
            <pc:sldMk cId="2535462951" sldId="257"/>
            <ac:graphicFrameMk id="20" creationId="{57703C5C-CC07-496B-DCB8-894B3239022A}"/>
          </ac:graphicFrameMkLst>
        </pc:graphicFrameChg>
      </pc:sldChg>
      <pc:sldChg chg="new del">
        <pc:chgData name="ANAND GOVINDARAJAN" userId="S::anand.govindarajan.2025@mumail.ie::ef6cf96b-815c-49df-a42f-47f310ad572f" providerId="AD" clId="Web-{06F72C97-169B-B83E-2B8B-5FFE7A5A2AA8}" dt="2025-08-25T07:39:21.528" v="32"/>
        <pc:sldMkLst>
          <pc:docMk/>
          <pc:sldMk cId="1083912635" sldId="258"/>
        </pc:sldMkLst>
      </pc:sldChg>
      <pc:sldChg chg="addSp delSp modSp new mod setBg modClrScheme delDesignElem chgLayout">
        <pc:chgData name="ANAND GOVINDARAJAN" userId="S::anand.govindarajan.2025@mumail.ie::ef6cf96b-815c-49df-a42f-47f310ad572f" providerId="AD" clId="Web-{06F72C97-169B-B83E-2B8B-5FFE7A5A2AA8}" dt="2025-08-25T08:33:14.434" v="382"/>
        <pc:sldMkLst>
          <pc:docMk/>
          <pc:sldMk cId="4286686526" sldId="258"/>
        </pc:sldMkLst>
        <pc:spChg chg="mod ord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2" creationId="{1318A245-F326-C11C-EC6F-20C2A6E6F5A9}"/>
          </ac:spMkLst>
        </pc:spChg>
        <pc:spChg chg="del mod ord">
          <ac:chgData name="ANAND GOVINDARAJAN" userId="S::anand.govindarajan.2025@mumail.ie::ef6cf96b-815c-49df-a42f-47f310ad572f" providerId="AD" clId="Web-{06F72C97-169B-B83E-2B8B-5FFE7A5A2AA8}" dt="2025-08-25T08:32:23.964" v="379"/>
          <ac:spMkLst>
            <pc:docMk/>
            <pc:sldMk cId="4286686526" sldId="258"/>
            <ac:spMk id="3" creationId="{F7768676-E2DC-BBB0-C569-074C6E24145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9:46.804" v="364"/>
          <ac:spMkLst>
            <pc:docMk/>
            <pc:sldMk cId="4286686526" sldId="258"/>
            <ac:spMk id="8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9:46.804" v="364"/>
          <ac:spMkLst>
            <pc:docMk/>
            <pc:sldMk cId="4286686526" sldId="258"/>
            <ac:spMk id="10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9:46.804" v="364"/>
          <ac:spMkLst>
            <pc:docMk/>
            <pc:sldMk cId="4286686526" sldId="258"/>
            <ac:spMk id="12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15" creationId="{063BBA22-50EA-4C4D-BE05-F1CE4E63AA56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3:14.434" v="382"/>
          <ac:spMkLst>
            <pc:docMk/>
            <pc:sldMk cId="4286686526" sldId="258"/>
            <ac:spMk id="17" creationId="{6C4028FD-8BAA-4A19-BFDE-594D991B755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9:46.773" v="363"/>
          <ac:spMkLst>
            <pc:docMk/>
            <pc:sldMk cId="4286686526" sldId="258"/>
            <ac:spMk id="18" creationId="{C0763A76-9F1C-4FC5-82B7-DD475DA461B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29:46.773" v="363"/>
          <ac:spMkLst>
            <pc:docMk/>
            <pc:sldMk cId="4286686526" sldId="258"/>
            <ac:spMk id="20" creationId="{E81BF4F6-F2CF-4984-9D14-D6966D92F99F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4286686526" sldId="258"/>
            <ac:spMk id="22" creationId="{F13C74B1-5B17-4795-BED0-7140497B445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1:16.416" v="371"/>
          <ac:spMkLst>
            <pc:docMk/>
            <pc:sldMk cId="4286686526" sldId="258"/>
            <ac:spMk id="23" creationId="{D4974D33-8DC5-464E-8C6D-BE58F0669C17}"/>
          </ac:spMkLst>
        </pc:spChg>
        <pc:graphicFrameChg chg="add mod modGraphic">
          <ac:chgData name="ANAND GOVINDARAJAN" userId="S::anand.govindarajan.2025@mumail.ie::ef6cf96b-815c-49df-a42f-47f310ad572f" providerId="AD" clId="Web-{06F72C97-169B-B83E-2B8B-5FFE7A5A2AA8}" dt="2025-08-25T08:33:14.434" v="382"/>
          <ac:graphicFrameMkLst>
            <pc:docMk/>
            <pc:sldMk cId="4286686526" sldId="258"/>
            <ac:graphicFrameMk id="5" creationId="{6FD1F028-ADC5-6A41-45F3-4B475D5D597F}"/>
          </ac:graphicFrameMkLst>
        </pc:graphicFrameChg>
        <pc:picChg chg="add del">
          <ac:chgData name="ANAND GOVINDARAJAN" userId="S::anand.govindarajan.2025@mumail.ie::ef6cf96b-815c-49df-a42f-47f310ad572f" providerId="AD" clId="Web-{06F72C97-169B-B83E-2B8B-5FFE7A5A2AA8}" dt="2025-08-25T08:29:46.773" v="363"/>
          <ac:picMkLst>
            <pc:docMk/>
            <pc:sldMk cId="4286686526" sldId="258"/>
            <ac:picMk id="14" creationId="{42696186-9F9E-67A1-9B5E-99035FA1B497}"/>
          </ac:picMkLst>
        </pc:picChg>
        <pc:picChg chg="add del">
          <ac:chgData name="ANAND GOVINDARAJAN" userId="S::anand.govindarajan.2025@mumail.ie::ef6cf96b-815c-49df-a42f-47f310ad572f" providerId="AD" clId="Web-{06F72C97-169B-B83E-2B8B-5FFE7A5A2AA8}" dt="2025-08-25T08:31:21.603" v="372"/>
          <ac:picMkLst>
            <pc:docMk/>
            <pc:sldMk cId="4286686526" sldId="258"/>
            <ac:picMk id="24" creationId="{D63E9CFC-64C1-BCA8-B7B2-3FC76B8ECBCC}"/>
          </ac:picMkLst>
        </pc:pic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35:12.938" v="404"/>
        <pc:sldMkLst>
          <pc:docMk/>
          <pc:sldMk cId="1863119845" sldId="259"/>
        </pc:sldMkLst>
        <pc:spChg chg="mod ord">
          <ac:chgData name="ANAND GOVINDARAJAN" userId="S::anand.govindarajan.2025@mumail.ie::ef6cf96b-815c-49df-a42f-47f310ad572f" providerId="AD" clId="Web-{06F72C97-169B-B83E-2B8B-5FFE7A5A2AA8}" dt="2025-08-25T08:35:12.906" v="403"/>
          <ac:spMkLst>
            <pc:docMk/>
            <pc:sldMk cId="1863119845" sldId="259"/>
            <ac:spMk id="2" creationId="{DA4437CA-8A6B-43A3-35F2-BAA033AE08E6}"/>
          </ac:spMkLst>
        </pc:spChg>
        <pc:spChg chg="add del mod ord">
          <ac:chgData name="ANAND GOVINDARAJAN" userId="S::anand.govindarajan.2025@mumail.ie::ef6cf96b-815c-49df-a42f-47f310ad572f" providerId="AD" clId="Web-{06F72C97-169B-B83E-2B8B-5FFE7A5A2AA8}" dt="2025-08-25T08:35:12.938" v="404"/>
          <ac:spMkLst>
            <pc:docMk/>
            <pc:sldMk cId="1863119845" sldId="259"/>
            <ac:spMk id="3" creationId="{D0FE78C6-C34A-B3FA-9D92-6DD7C875720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3.140" v="397"/>
          <ac:spMkLst>
            <pc:docMk/>
            <pc:sldMk cId="1863119845" sldId="259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3.140" v="397"/>
          <ac:spMkLst>
            <pc:docMk/>
            <pc:sldMk cId="1863119845" sldId="259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3.140" v="397"/>
          <ac:spMkLst>
            <pc:docMk/>
            <pc:sldMk cId="1863119845" sldId="259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3.140" v="397"/>
          <ac:spMkLst>
            <pc:docMk/>
            <pc:sldMk cId="1863119845" sldId="259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5.812" v="399"/>
          <ac:spMkLst>
            <pc:docMk/>
            <pc:sldMk cId="1863119845" sldId="259"/>
            <ac:spMk id="17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5.812" v="399"/>
          <ac:spMkLst>
            <pc:docMk/>
            <pc:sldMk cId="1863119845" sldId="259"/>
            <ac:spMk id="18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5.812" v="399"/>
          <ac:spMkLst>
            <pc:docMk/>
            <pc:sldMk cId="1863119845" sldId="259"/>
            <ac:spMk id="19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5.812" v="399"/>
          <ac:spMkLst>
            <pc:docMk/>
            <pc:sldMk cId="1863119845" sldId="259"/>
            <ac:spMk id="20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4:59.109" v="401"/>
          <ac:spMkLst>
            <pc:docMk/>
            <pc:sldMk cId="1863119845" sldId="259"/>
            <ac:spMk id="23" creationId="{2659FDB4-FCBE-4A89-B46D-43D4FA54464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12.906" v="403"/>
          <ac:spMkLst>
            <pc:docMk/>
            <pc:sldMk cId="1863119845" sldId="259"/>
            <ac:spMk id="27" creationId="{AE2B703B-46F9-481A-A605-82E2A828C4F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12.906" v="403"/>
          <ac:spMkLst>
            <pc:docMk/>
            <pc:sldMk cId="1863119845" sldId="259"/>
            <ac:spMk id="28" creationId="{F13BE4D7-0C3D-4906-B230-A1C5B4665CCF}"/>
          </ac:spMkLst>
        </pc:spChg>
        <pc:graphicFrameChg chg="add del">
          <ac:chgData name="ANAND GOVINDARAJAN" userId="S::anand.govindarajan.2025@mumail.ie::ef6cf96b-815c-49df-a42f-47f310ad572f" providerId="AD" clId="Web-{06F72C97-169B-B83E-2B8B-5FFE7A5A2AA8}" dt="2025-08-25T08:34:53.140" v="397"/>
          <ac:graphicFrameMkLst>
            <pc:docMk/>
            <pc:sldMk cId="1863119845" sldId="259"/>
            <ac:graphicFrameMk id="5" creationId="{DF8AC414-3296-0DE6-6A47-4F45B37C43E2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34:55.812" v="399"/>
          <ac:graphicFrameMkLst>
            <pc:docMk/>
            <pc:sldMk cId="1863119845" sldId="259"/>
            <ac:graphicFrameMk id="21" creationId="{D28E4843-5F26-BE7E-01AE-51B46031C259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34:59.109" v="401"/>
          <ac:graphicFrameMkLst>
            <pc:docMk/>
            <pc:sldMk cId="1863119845" sldId="259"/>
            <ac:graphicFrameMk id="25" creationId="{218204BA-420D-B355-0D43-FF143298ADA8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35:12.906" v="403"/>
          <ac:graphicFrameMkLst>
            <pc:docMk/>
            <pc:sldMk cId="1863119845" sldId="259"/>
            <ac:graphicFrameMk id="29" creationId="{4E90DB8F-5F19-6025-CFEA-18683E4933F5}"/>
          </ac:graphicFrameMkLst>
        </pc:graphicFrameChg>
        <pc:graphicFrameChg chg="add">
          <ac:chgData name="ANAND GOVINDARAJAN" userId="S::anand.govindarajan.2025@mumail.ie::ef6cf96b-815c-49df-a42f-47f310ad572f" providerId="AD" clId="Web-{06F72C97-169B-B83E-2B8B-5FFE7A5A2AA8}" dt="2025-08-25T08:35:12.938" v="404"/>
          <ac:graphicFrameMkLst>
            <pc:docMk/>
            <pc:sldMk cId="1863119845" sldId="259"/>
            <ac:graphicFrameMk id="31" creationId="{CC32A695-B966-E2B6-57EC-513EEE3DE8A5}"/>
          </ac:graphicFrameMkLst>
        </pc:graphicFrameChg>
        <pc:cxnChg chg="add del">
          <ac:chgData name="ANAND GOVINDARAJAN" userId="S::anand.govindarajan.2025@mumail.ie::ef6cf96b-815c-49df-a42f-47f310ad572f" providerId="AD" clId="Web-{06F72C97-169B-B83E-2B8B-5FFE7A5A2AA8}" dt="2025-08-25T08:34:59.109" v="401"/>
          <ac:cxnSpMkLst>
            <pc:docMk/>
            <pc:sldMk cId="1863119845" sldId="259"/>
            <ac:cxnSpMk id="24" creationId="{C8F51B3F-8331-4E4A-AE96-D47B1006EEAD}"/>
          </ac:cxnSpMkLst>
        </pc:cxn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37:17.378" v="436"/>
        <pc:sldMkLst>
          <pc:docMk/>
          <pc:sldMk cId="2387269865" sldId="260"/>
        </pc:sldMkLst>
        <pc:spChg chg="mod ord">
          <ac:chgData name="ANAND GOVINDARAJAN" userId="S::anand.govindarajan.2025@mumail.ie::ef6cf96b-815c-49df-a42f-47f310ad572f" providerId="AD" clId="Web-{06F72C97-169B-B83E-2B8B-5FFE7A5A2AA8}" dt="2025-08-25T08:37:17.378" v="436"/>
          <ac:spMkLst>
            <pc:docMk/>
            <pc:sldMk cId="2387269865" sldId="260"/>
            <ac:spMk id="2" creationId="{687467EA-9FAB-B548-54E6-3CD603F7BE53}"/>
          </ac:spMkLst>
        </pc:spChg>
        <pc:spChg chg="del mod ord">
          <ac:chgData name="ANAND GOVINDARAJAN" userId="S::anand.govindarajan.2025@mumail.ie::ef6cf96b-815c-49df-a42f-47f310ad572f" providerId="AD" clId="Web-{06F72C97-169B-B83E-2B8B-5FFE7A5A2AA8}" dt="2025-08-25T08:35:27.985" v="405"/>
          <ac:spMkLst>
            <pc:docMk/>
            <pc:sldMk cId="2387269865" sldId="260"/>
            <ac:spMk id="3" creationId="{6D72C23F-70F6-536E-2266-41023F92FF7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54.970" v="408"/>
          <ac:spMkLst>
            <pc:docMk/>
            <pc:sldMk cId="2387269865" sldId="260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54.970" v="408"/>
          <ac:spMkLst>
            <pc:docMk/>
            <pc:sldMk cId="2387269865" sldId="260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54.970" v="408"/>
          <ac:spMkLst>
            <pc:docMk/>
            <pc:sldMk cId="2387269865" sldId="260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5:54.970" v="408"/>
          <ac:spMkLst>
            <pc:docMk/>
            <pc:sldMk cId="2387269865" sldId="260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7:17.378" v="436"/>
          <ac:spMkLst>
            <pc:docMk/>
            <pc:sldMk cId="2387269865" sldId="260"/>
            <ac:spMk id="20" creationId="{955A2079-FA98-4876-80F0-72364A7D2EA4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7:17.316" v="435"/>
          <ac:spMkLst>
            <pc:docMk/>
            <pc:sldMk cId="2387269865" sldId="260"/>
            <ac:spMk id="25" creationId="{C05CBC3C-2E5A-4839-8B9B-2E5A6ADF0F5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7:17.316" v="435"/>
          <ac:spMkLst>
            <pc:docMk/>
            <pc:sldMk cId="2387269865" sldId="260"/>
            <ac:spMk id="27" creationId="{DB5B423A-57CC-4C58-AA26-8E2E862B03A0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7:17.378" v="436"/>
          <ac:spMkLst>
            <pc:docMk/>
            <pc:sldMk cId="2387269865" sldId="260"/>
            <ac:spMk id="29" creationId="{9DECDBF4-02B6-4BB4-B65B-B8107AD6A9E8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7:17.378" v="436"/>
          <ac:spMkLst>
            <pc:docMk/>
            <pc:sldMk cId="2387269865" sldId="260"/>
            <ac:spMk id="30" creationId="{53B021B3-DE93-4AB7-8A18-CF5F1CED88B8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37:17.378" v="436"/>
          <ac:spMkLst>
            <pc:docMk/>
            <pc:sldMk cId="2387269865" sldId="260"/>
            <ac:spMk id="31" creationId="{52D502E5-F6B4-4D58-B4AE-FC466FF15EE8}"/>
          </ac:spMkLst>
        </pc:spChg>
        <pc:graphicFrameChg chg="add mod modGraphic">
          <ac:chgData name="ANAND GOVINDARAJAN" userId="S::anand.govindarajan.2025@mumail.ie::ef6cf96b-815c-49df-a42f-47f310ad572f" providerId="AD" clId="Web-{06F72C97-169B-B83E-2B8B-5FFE7A5A2AA8}" dt="2025-08-25T08:37:17.378" v="436"/>
          <ac:graphicFrameMkLst>
            <pc:docMk/>
            <pc:sldMk cId="2387269865" sldId="260"/>
            <ac:graphicFrameMk id="5" creationId="{61D46577-D79C-3A58-2354-2107DC6B0A7A}"/>
          </ac:graphicFrameMkLst>
        </pc:graphicFrame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44:56.608" v="496"/>
        <pc:sldMkLst>
          <pc:docMk/>
          <pc:sldMk cId="3971480644" sldId="261"/>
        </pc:sldMkLst>
        <pc:spChg chg="mod ord">
          <ac:chgData name="ANAND GOVINDARAJAN" userId="S::anand.govindarajan.2025@mumail.ie::ef6cf96b-815c-49df-a42f-47f310ad572f" providerId="AD" clId="Web-{06F72C97-169B-B83E-2B8B-5FFE7A5A2AA8}" dt="2025-08-25T08:44:56.608" v="496"/>
          <ac:spMkLst>
            <pc:docMk/>
            <pc:sldMk cId="3971480644" sldId="261"/>
            <ac:spMk id="2" creationId="{FD0934CF-F376-1012-2E8B-4988E6C10D66}"/>
          </ac:spMkLst>
        </pc:spChg>
        <pc:spChg chg="add del mod ord">
          <ac:chgData name="ANAND GOVINDARAJAN" userId="S::anand.govindarajan.2025@mumail.ie::ef6cf96b-815c-49df-a42f-47f310ad572f" providerId="AD" clId="Web-{06F72C97-169B-B83E-2B8B-5FFE7A5A2AA8}" dt="2025-08-25T08:38:59.615" v="452"/>
          <ac:spMkLst>
            <pc:docMk/>
            <pc:sldMk cId="3971480644" sldId="261"/>
            <ac:spMk id="3" creationId="{106C8359-EEB0-B985-8ADE-958A8447581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59.568" v="451"/>
          <ac:spMkLst>
            <pc:docMk/>
            <pc:sldMk cId="3971480644" sldId="261"/>
            <ac:spMk id="8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44.537" v="449"/>
          <ac:spMkLst>
            <pc:docMk/>
            <pc:sldMk cId="3971480644" sldId="261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59.568" v="451"/>
          <ac:spMkLst>
            <pc:docMk/>
            <pc:sldMk cId="3971480644" sldId="261"/>
            <ac:spMk id="10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44.537" v="449"/>
          <ac:spMkLst>
            <pc:docMk/>
            <pc:sldMk cId="3971480644" sldId="261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59.568" v="451"/>
          <ac:spMkLst>
            <pc:docMk/>
            <pc:sldMk cId="3971480644" sldId="261"/>
            <ac:spMk id="12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44.537" v="449"/>
          <ac:spMkLst>
            <pc:docMk/>
            <pc:sldMk cId="3971480644" sldId="261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44.537" v="449"/>
          <ac:spMkLst>
            <pc:docMk/>
            <pc:sldMk cId="3971480644" sldId="261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8:59.568" v="451"/>
          <ac:spMkLst>
            <pc:docMk/>
            <pc:sldMk cId="3971480644" sldId="261"/>
            <ac:spMk id="17" creationId="{106C8359-EEB0-B985-8ADE-958A8447581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608" v="496"/>
          <ac:spMkLst>
            <pc:docMk/>
            <pc:sldMk cId="3971480644" sldId="261"/>
            <ac:spMk id="19" creationId="{98DED6BC-9A3E-48D4-AD7C-A56D63F547E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608" v="496"/>
          <ac:spMkLst>
            <pc:docMk/>
            <pc:sldMk cId="3971480644" sldId="261"/>
            <ac:spMk id="20" creationId="{6B6E033A-DB2E-49B8-B600-B38E0C280263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27.701" v="491"/>
          <ac:spMkLst>
            <pc:docMk/>
            <pc:sldMk cId="3971480644" sldId="261"/>
            <ac:spMk id="26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27.701" v="491"/>
          <ac:spMkLst>
            <pc:docMk/>
            <pc:sldMk cId="3971480644" sldId="261"/>
            <ac:spMk id="28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27.701" v="491"/>
          <ac:spMkLst>
            <pc:docMk/>
            <pc:sldMk cId="3971480644" sldId="261"/>
            <ac:spMk id="30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27.701" v="491"/>
          <ac:spMkLst>
            <pc:docMk/>
            <pc:sldMk cId="3971480644" sldId="261"/>
            <ac:spMk id="32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42.529" v="493"/>
          <ac:spMkLst>
            <pc:docMk/>
            <pc:sldMk cId="3971480644" sldId="261"/>
            <ac:spMk id="34" creationId="{955A2079-FA98-4876-80F0-72364A7D2EA4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576" v="495"/>
          <ac:spMkLst>
            <pc:docMk/>
            <pc:sldMk cId="3971480644" sldId="261"/>
            <ac:spMk id="36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576" v="495"/>
          <ac:spMkLst>
            <pc:docMk/>
            <pc:sldMk cId="3971480644" sldId="261"/>
            <ac:spMk id="37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576" v="495"/>
          <ac:spMkLst>
            <pc:docMk/>
            <pc:sldMk cId="3971480644" sldId="261"/>
            <ac:spMk id="38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4:56.576" v="495"/>
          <ac:spMkLst>
            <pc:docMk/>
            <pc:sldMk cId="3971480644" sldId="261"/>
            <ac:spMk id="39" creationId="{063BBA22-50EA-4C4D-BE05-F1CE4E63AA56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4:56.608" v="496"/>
          <ac:spMkLst>
            <pc:docMk/>
            <pc:sldMk cId="3971480644" sldId="261"/>
            <ac:spMk id="41" creationId="{DCC231C8-C761-4B31-9B1C-C6D19248C6B3}"/>
          </ac:spMkLst>
        </pc:spChg>
        <pc:graphicFrameChg chg="add del">
          <ac:chgData name="ANAND GOVINDARAJAN" userId="S::anand.govindarajan.2025@mumail.ie::ef6cf96b-815c-49df-a42f-47f310ad572f" providerId="AD" clId="Web-{06F72C97-169B-B83E-2B8B-5FFE7A5A2AA8}" dt="2025-08-25T08:38:44.537" v="449"/>
          <ac:graphicFrameMkLst>
            <pc:docMk/>
            <pc:sldMk cId="3971480644" sldId="261"/>
            <ac:graphicFrameMk id="5" creationId="{E6981FBA-009C-771A-F592-DE51480DCCBF}"/>
          </ac:graphicFrameMkLst>
        </pc:graphicFrameChg>
        <pc:graphicFrameChg chg="add mod modGraphic">
          <ac:chgData name="ANAND GOVINDARAJAN" userId="S::anand.govindarajan.2025@mumail.ie::ef6cf96b-815c-49df-a42f-47f310ad572f" providerId="AD" clId="Web-{06F72C97-169B-B83E-2B8B-5FFE7A5A2AA8}" dt="2025-08-25T08:44:56.608" v="496"/>
          <ac:graphicFrameMkLst>
            <pc:docMk/>
            <pc:sldMk cId="3971480644" sldId="261"/>
            <ac:graphicFrameMk id="21" creationId="{831E1B53-7899-6008-0F62-62FE1BE123C3}"/>
          </ac:graphicFrameMkLst>
        </pc:graphicFrame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40:15.086" v="465"/>
        <pc:sldMkLst>
          <pc:docMk/>
          <pc:sldMk cId="2281505803" sldId="262"/>
        </pc:sldMkLst>
        <pc:spChg chg="mod ord">
          <ac:chgData name="ANAND GOVINDARAJAN" userId="S::anand.govindarajan.2025@mumail.ie::ef6cf96b-815c-49df-a42f-47f310ad572f" providerId="AD" clId="Web-{06F72C97-169B-B83E-2B8B-5FFE7A5A2AA8}" dt="2025-08-25T08:40:07.351" v="462"/>
          <ac:spMkLst>
            <pc:docMk/>
            <pc:sldMk cId="2281505803" sldId="262"/>
            <ac:spMk id="2" creationId="{B9845354-691B-DAC3-CCF5-21494E626E12}"/>
          </ac:spMkLst>
        </pc:spChg>
        <pc:spChg chg="add del mod ord">
          <ac:chgData name="ANAND GOVINDARAJAN" userId="S::anand.govindarajan.2025@mumail.ie::ef6cf96b-815c-49df-a42f-47f310ad572f" providerId="AD" clId="Web-{06F72C97-169B-B83E-2B8B-5FFE7A5A2AA8}" dt="2025-08-25T08:40:15.086" v="465"/>
          <ac:spMkLst>
            <pc:docMk/>
            <pc:sldMk cId="2281505803" sldId="262"/>
            <ac:spMk id="3" creationId="{C29B4BA9-CCA5-8FD6-2577-EA4264FACF73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9.148" v="460"/>
          <ac:spMkLst>
            <pc:docMk/>
            <pc:sldMk cId="2281505803" sldId="262"/>
            <ac:spMk id="8" creationId="{907EF6B7-1338-4443-8C46-6A318D952DF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32.991" v="454"/>
          <ac:spMkLst>
            <pc:docMk/>
            <pc:sldMk cId="2281505803" sldId="262"/>
            <ac:spMk id="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9.148" v="460"/>
          <ac:spMkLst>
            <pc:docMk/>
            <pc:sldMk cId="2281505803" sldId="262"/>
            <ac:spMk id="10" creationId="{DAAE4CDD-124C-4DCF-9584-B6033B545DD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32.991" v="454"/>
          <ac:spMkLst>
            <pc:docMk/>
            <pc:sldMk cId="2281505803" sldId="262"/>
            <ac:spMk id="11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9.148" v="460"/>
          <ac:spMkLst>
            <pc:docMk/>
            <pc:sldMk cId="2281505803" sldId="262"/>
            <ac:spMk id="12" creationId="{081E4A58-353D-44AE-B2FC-2A74E2E400F7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32.991" v="454"/>
          <ac:spMkLst>
            <pc:docMk/>
            <pc:sldMk cId="2281505803" sldId="262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32.991" v="454"/>
          <ac:spMkLst>
            <pc:docMk/>
            <pc:sldMk cId="2281505803" sldId="262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5.851" v="458"/>
          <ac:spMkLst>
            <pc:docMk/>
            <pc:sldMk cId="2281505803" sldId="262"/>
            <ac:spMk id="16" creationId="{D5B0017B-2ECA-49AF-B397-DC140825DF8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43.382" v="456"/>
          <ac:spMkLst>
            <pc:docMk/>
            <pc:sldMk cId="2281505803" sldId="262"/>
            <ac:spMk id="17" creationId="{AE2B703B-46F9-481A-A605-82E2A828C4F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43.382" v="456"/>
          <ac:spMkLst>
            <pc:docMk/>
            <pc:sldMk cId="2281505803" sldId="262"/>
            <ac:spMk id="18" creationId="{F13BE4D7-0C3D-4906-B230-A1C5B4665CCF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5.851" v="458"/>
          <ac:spMkLst>
            <pc:docMk/>
            <pc:sldMk cId="2281505803" sldId="262"/>
            <ac:spMk id="21" creationId="{56E9B3E6-E277-4D68-BA48-9CB43FFBD6E2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39:59.148" v="460"/>
          <ac:spMkLst>
            <pc:docMk/>
            <pc:sldMk cId="2281505803" sldId="262"/>
            <ac:spMk id="27" creationId="{C29B4BA9-CCA5-8FD6-2577-EA4264FACF73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07.351" v="462"/>
          <ac:spMkLst>
            <pc:docMk/>
            <pc:sldMk cId="2281505803" sldId="262"/>
            <ac:spMk id="29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07.351" v="462"/>
          <ac:spMkLst>
            <pc:docMk/>
            <pc:sldMk cId="2281505803" sldId="262"/>
            <ac:spMk id="30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07.351" v="462"/>
          <ac:spMkLst>
            <pc:docMk/>
            <pc:sldMk cId="2281505803" sldId="262"/>
            <ac:spMk id="31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07.351" v="462"/>
          <ac:spMkLst>
            <pc:docMk/>
            <pc:sldMk cId="2281505803" sldId="262"/>
            <ac:spMk id="32" creationId="{063BBA22-50EA-4C4D-BE05-F1CE4E63AA56}"/>
          </ac:spMkLst>
        </pc:spChg>
        <pc:grpChg chg="add del">
          <ac:chgData name="ANAND GOVINDARAJAN" userId="S::anand.govindarajan.2025@mumail.ie::ef6cf96b-815c-49df-a42f-47f310ad572f" providerId="AD" clId="Web-{06F72C97-169B-B83E-2B8B-5FFE7A5A2AA8}" dt="2025-08-25T08:39:55.851" v="458"/>
          <ac:grpSpMkLst>
            <pc:docMk/>
            <pc:sldMk cId="2281505803" sldId="262"/>
            <ac:grpSpMk id="22" creationId="{AE1C45F0-260A-458C-96ED-C1F6D2151219}"/>
          </ac:grpSpMkLst>
        </pc:grpChg>
        <pc:graphicFrameChg chg="add del">
          <ac:chgData name="ANAND GOVINDARAJAN" userId="S::anand.govindarajan.2025@mumail.ie::ef6cf96b-815c-49df-a42f-47f310ad572f" providerId="AD" clId="Web-{06F72C97-169B-B83E-2B8B-5FFE7A5A2AA8}" dt="2025-08-25T08:39:32.991" v="454"/>
          <ac:graphicFrameMkLst>
            <pc:docMk/>
            <pc:sldMk cId="2281505803" sldId="262"/>
            <ac:graphicFrameMk id="5" creationId="{86D96FE8-F3B6-1447-37B4-A49A7B1160DE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39:43.382" v="456"/>
          <ac:graphicFrameMkLst>
            <pc:docMk/>
            <pc:sldMk cId="2281505803" sldId="262"/>
            <ac:graphicFrameMk id="19" creationId="{5B9FD254-2E47-B6F3-DFE6-E1A992EACB81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39:55.851" v="458"/>
          <ac:graphicFrameMkLst>
            <pc:docMk/>
            <pc:sldMk cId="2281505803" sldId="262"/>
            <ac:graphicFrameMk id="25" creationId="{D8FD3EAF-AA58-E501-A838-65053291D9A5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0:07.351" v="462"/>
          <ac:graphicFrameMkLst>
            <pc:docMk/>
            <pc:sldMk cId="2281505803" sldId="262"/>
            <ac:graphicFrameMk id="33" creationId="{0D68C39B-2219-7B64-2F56-78F73F4D7126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0:15.054" v="464"/>
          <ac:graphicFrameMkLst>
            <pc:docMk/>
            <pc:sldMk cId="2281505803" sldId="262"/>
            <ac:graphicFrameMk id="35" creationId="{1CEC22CF-2BDA-2E8C-410D-73AA2C6CFCA1}"/>
          </ac:graphicFrameMkLst>
        </pc:graphicFrameChg>
        <pc:graphicFrameChg chg="add">
          <ac:chgData name="ANAND GOVINDARAJAN" userId="S::anand.govindarajan.2025@mumail.ie::ef6cf96b-815c-49df-a42f-47f310ad572f" providerId="AD" clId="Web-{06F72C97-169B-B83E-2B8B-5FFE7A5A2AA8}" dt="2025-08-25T08:40:15.086" v="465"/>
          <ac:graphicFrameMkLst>
            <pc:docMk/>
            <pc:sldMk cId="2281505803" sldId="262"/>
            <ac:graphicFrameMk id="37" creationId="{087765CE-0D18-9AB5-A4AB-3D761213461B}"/>
          </ac:graphicFrameMkLst>
        </pc:graphicFrameChg>
        <pc:cxnChg chg="add del">
          <ac:chgData name="ANAND GOVINDARAJAN" userId="S::anand.govindarajan.2025@mumail.ie::ef6cf96b-815c-49df-a42f-47f310ad572f" providerId="AD" clId="Web-{06F72C97-169B-B83E-2B8B-5FFE7A5A2AA8}" dt="2025-08-25T08:39:55.851" v="458"/>
          <ac:cxnSpMkLst>
            <pc:docMk/>
            <pc:sldMk cId="2281505803" sldId="262"/>
            <ac:cxnSpMk id="24" creationId="{6CF1BAF6-AD41-4082-B212-8A1F9A2E8779}"/>
          </ac:cxnSpMkLst>
        </pc:cxn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41:28.837" v="481"/>
        <pc:sldMkLst>
          <pc:docMk/>
          <pc:sldMk cId="641506132" sldId="263"/>
        </pc:sldMkLst>
        <pc:spChg chg="mod ord">
          <ac:chgData name="ANAND GOVINDARAJAN" userId="S::anand.govindarajan.2025@mumail.ie::ef6cf96b-815c-49df-a42f-47f310ad572f" providerId="AD" clId="Web-{06F72C97-169B-B83E-2B8B-5FFE7A5A2AA8}" dt="2025-08-25T08:41:28.837" v="481"/>
          <ac:spMkLst>
            <pc:docMk/>
            <pc:sldMk cId="641506132" sldId="263"/>
            <ac:spMk id="2" creationId="{E94BD0BE-8C50-FA65-AA61-60D098E6FE4F}"/>
          </ac:spMkLst>
        </pc:spChg>
        <pc:spChg chg="add del mod ord">
          <ac:chgData name="ANAND GOVINDARAJAN" userId="S::anand.govindarajan.2025@mumail.ie::ef6cf96b-815c-49df-a42f-47f310ad572f" providerId="AD" clId="Web-{06F72C97-169B-B83E-2B8B-5FFE7A5A2AA8}" dt="2025-08-25T08:41:05.774" v="476"/>
          <ac:spMkLst>
            <pc:docMk/>
            <pc:sldMk cId="641506132" sldId="263"/>
            <ac:spMk id="3" creationId="{59155794-7534-D570-D2BD-79337C5E581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6.242" v="467"/>
          <ac:spMkLst>
            <pc:docMk/>
            <pc:sldMk cId="641506132" sldId="263"/>
            <ac:spMk id="9" creationId="{AE2B703B-46F9-481A-A605-82E2A828C4F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53.024" v="473"/>
          <ac:spMkLst>
            <pc:docMk/>
            <pc:sldMk cId="641506132" sldId="263"/>
            <ac:spMk id="10" creationId="{DB304A14-32D0-4873-B914-423ED7B8DAF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6.242" v="467"/>
          <ac:spMkLst>
            <pc:docMk/>
            <pc:sldMk cId="641506132" sldId="263"/>
            <ac:spMk id="11" creationId="{F13BE4D7-0C3D-4906-B230-A1C5B4665CCF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53.024" v="473"/>
          <ac:spMkLst>
            <pc:docMk/>
            <pc:sldMk cId="641506132" sldId="263"/>
            <ac:spMk id="12" creationId="{1D460C86-854F-4FB3-ABC2-E823D8FEB9DB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8.867" v="469"/>
          <ac:spMkLst>
            <pc:docMk/>
            <pc:sldMk cId="641506132" sldId="263"/>
            <ac:spMk id="13" creationId="{AAD0DBB9-1A4B-4391-81D4-CB19F9AB918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8.867" v="469"/>
          <ac:spMkLst>
            <pc:docMk/>
            <pc:sldMk cId="641506132" sldId="263"/>
            <ac:spMk id="14" creationId="{BACC6370-2D7E-4714-9D71-7542949D7D5D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8.867" v="469"/>
          <ac:spMkLst>
            <pc:docMk/>
            <pc:sldMk cId="641506132" sldId="263"/>
            <ac:spMk id="15" creationId="{063BBA22-50EA-4C4D-BE05-F1CE4E63AA56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38.867" v="469"/>
          <ac:spMkLst>
            <pc:docMk/>
            <pc:sldMk cId="641506132" sldId="263"/>
            <ac:spMk id="16" creationId="{F68B3F68-107C-434F-AA38-110D5EA91B8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0:53.024" v="473"/>
          <ac:spMkLst>
            <pc:docMk/>
            <pc:sldMk cId="641506132" sldId="263"/>
            <ac:spMk id="21" creationId="{BB48116A-278A-4CC5-89D3-9DE8E8FF1245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1:05.743" v="475"/>
          <ac:spMkLst>
            <pc:docMk/>
            <pc:sldMk cId="641506132" sldId="263"/>
            <ac:spMk id="24" creationId="{AE2B703B-46F9-481A-A605-82E2A828C4F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1:05.743" v="475"/>
          <ac:spMkLst>
            <pc:docMk/>
            <pc:sldMk cId="641506132" sldId="263"/>
            <ac:spMk id="25" creationId="{F13BE4D7-0C3D-4906-B230-A1C5B4665CCF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1:28.837" v="481"/>
          <ac:spMkLst>
            <pc:docMk/>
            <pc:sldMk cId="641506132" sldId="263"/>
            <ac:spMk id="33" creationId="{AE2B703B-46F9-481A-A605-82E2A828C4FA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1:28.837" v="481"/>
          <ac:spMkLst>
            <pc:docMk/>
            <pc:sldMk cId="641506132" sldId="263"/>
            <ac:spMk id="35" creationId="{F13BE4D7-0C3D-4906-B230-A1C5B4665CCF}"/>
          </ac:spMkLst>
        </pc:spChg>
        <pc:graphicFrameChg chg="add del">
          <ac:chgData name="ANAND GOVINDARAJAN" userId="S::anand.govindarajan.2025@mumail.ie::ef6cf96b-815c-49df-a42f-47f310ad572f" providerId="AD" clId="Web-{06F72C97-169B-B83E-2B8B-5FFE7A5A2AA8}" dt="2025-08-25T08:40:36.242" v="467"/>
          <ac:graphicFrameMkLst>
            <pc:docMk/>
            <pc:sldMk cId="641506132" sldId="263"/>
            <ac:graphicFrameMk id="5" creationId="{C7212292-0B67-68F9-CBF2-320B4ABA0D84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0:38.867" v="469"/>
          <ac:graphicFrameMkLst>
            <pc:docMk/>
            <pc:sldMk cId="641506132" sldId="263"/>
            <ac:graphicFrameMk id="17" creationId="{D47AB1CA-C358-32D9-A40B-9A09872307E2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0:41.399" v="471"/>
          <ac:graphicFrameMkLst>
            <pc:docMk/>
            <pc:sldMk cId="641506132" sldId="263"/>
            <ac:graphicFrameMk id="19" creationId="{675653C7-027D-D2FB-345A-47FCDE2F7724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0:53.024" v="473"/>
          <ac:graphicFrameMkLst>
            <pc:docMk/>
            <pc:sldMk cId="641506132" sldId="263"/>
            <ac:graphicFrameMk id="22" creationId="{E73F92C9-F688-6FA7-4206-CF3700115C40}"/>
          </ac:graphicFrameMkLst>
        </pc:graphicFrameChg>
        <pc:graphicFrameChg chg="add del">
          <ac:chgData name="ANAND GOVINDARAJAN" userId="S::anand.govindarajan.2025@mumail.ie::ef6cf96b-815c-49df-a42f-47f310ad572f" providerId="AD" clId="Web-{06F72C97-169B-B83E-2B8B-5FFE7A5A2AA8}" dt="2025-08-25T08:41:05.743" v="475"/>
          <ac:graphicFrameMkLst>
            <pc:docMk/>
            <pc:sldMk cId="641506132" sldId="263"/>
            <ac:graphicFrameMk id="26" creationId="{C7212292-0B67-68F9-CBF2-320B4ABA0D84}"/>
          </ac:graphicFrameMkLst>
        </pc:graphicFrameChg>
        <pc:graphicFrameChg chg="add mod modGraphic">
          <ac:chgData name="ANAND GOVINDARAJAN" userId="S::anand.govindarajan.2025@mumail.ie::ef6cf96b-815c-49df-a42f-47f310ad572f" providerId="AD" clId="Web-{06F72C97-169B-B83E-2B8B-5FFE7A5A2AA8}" dt="2025-08-25T08:41:28.837" v="481"/>
          <ac:graphicFrameMkLst>
            <pc:docMk/>
            <pc:sldMk cId="641506132" sldId="263"/>
            <ac:graphicFrameMk id="28" creationId="{F2365361-E6FA-5604-1A6C-D44C2077FEFF}"/>
          </ac:graphicFrameMkLst>
        </pc:graphicFrameChg>
        <pc:picChg chg="add del">
          <ac:chgData name="ANAND GOVINDARAJAN" userId="S::anand.govindarajan.2025@mumail.ie::ef6cf96b-815c-49df-a42f-47f310ad572f" providerId="AD" clId="Web-{06F72C97-169B-B83E-2B8B-5FFE7A5A2AA8}" dt="2025-08-25T08:40:53.024" v="473"/>
          <ac:picMkLst>
            <pc:docMk/>
            <pc:sldMk cId="641506132" sldId="263"/>
            <ac:picMk id="6" creationId="{FF09F2A2-938E-E939-E192-EF53CF0FAB9F}"/>
          </ac:picMkLst>
        </pc:picChg>
      </pc:sldChg>
      <pc:sldChg chg="addSp delSp modSp new mod setBg modClrScheme chgLayout">
        <pc:chgData name="ANAND GOVINDARAJAN" userId="S::anand.govindarajan.2025@mumail.ie::ef6cf96b-815c-49df-a42f-47f310ad572f" providerId="AD" clId="Web-{06F72C97-169B-B83E-2B8B-5FFE7A5A2AA8}" dt="2025-08-25T08:45:32.296" v="498"/>
        <pc:sldMkLst>
          <pc:docMk/>
          <pc:sldMk cId="3438053966" sldId="264"/>
        </pc:sldMkLst>
        <pc:spChg chg="mod ord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2" creationId="{B403C654-B022-A310-E920-20133141F25F}"/>
          </ac:spMkLst>
        </pc:spChg>
        <pc:spChg chg="del mod ord">
          <ac:chgData name="ANAND GOVINDARAJAN" userId="S::anand.govindarajan.2025@mumail.ie::ef6cf96b-815c-49df-a42f-47f310ad572f" providerId="AD" clId="Web-{06F72C97-169B-B83E-2B8B-5FFE7A5A2AA8}" dt="2025-08-25T08:41:58.229" v="488"/>
          <ac:spMkLst>
            <pc:docMk/>
            <pc:sldMk cId="3438053966" sldId="264"/>
            <ac:spMk id="3" creationId="{F6F6C5CC-38DF-4567-AD68-85662069C9B8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9" creationId="{A3363022-C969-41E9-8EB2-E4C94908C1FA}"/>
          </ac:spMkLst>
        </pc:spChg>
        <pc:spChg chg="add del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11" creationId="{8D1AD6B3-BE88-4CEB-BA17-790657CC4729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21" creationId="{FFD48BC7-DC40-47DE-87EE-9F4B6ECB9ABB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23" creationId="{E502BBC7-2C76-46F3-BC24-5985BC13DB88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25" creationId="{C7F28D52-2A5F-4D23-81AE-7CB8B591C7AF}"/>
          </ac:spMkLst>
        </pc:spChg>
        <pc:spChg chg="add">
          <ac:chgData name="ANAND GOVINDARAJAN" userId="S::anand.govindarajan.2025@mumail.ie::ef6cf96b-815c-49df-a42f-47f310ad572f" providerId="AD" clId="Web-{06F72C97-169B-B83E-2B8B-5FFE7A5A2AA8}" dt="2025-08-25T08:45:32.296" v="498"/>
          <ac:spMkLst>
            <pc:docMk/>
            <pc:sldMk cId="3438053966" sldId="264"/>
            <ac:spMk id="27" creationId="{3629484E-3792-4B3D-89AD-7C8A1ED0E0D4}"/>
          </ac:spMkLst>
        </pc:spChg>
        <pc:grpChg chg="add del">
          <ac:chgData name="ANAND GOVINDARAJAN" userId="S::anand.govindarajan.2025@mumail.ie::ef6cf96b-815c-49df-a42f-47f310ad572f" providerId="AD" clId="Web-{06F72C97-169B-B83E-2B8B-5FFE7A5A2AA8}" dt="2025-08-25T08:45:32.296" v="498"/>
          <ac:grpSpMkLst>
            <pc:docMk/>
            <pc:sldMk cId="3438053966" sldId="264"/>
            <ac:grpSpMk id="13" creationId="{89D1390B-7E13-4B4F-9CB2-391063412E54}"/>
          </ac:grpSpMkLst>
        </pc:grpChg>
        <pc:picChg chg="add del">
          <ac:chgData name="ANAND GOVINDARAJAN" userId="S::anand.govindarajan.2025@mumail.ie::ef6cf96b-815c-49df-a42f-47f310ad572f" providerId="AD" clId="Web-{06F72C97-169B-B83E-2B8B-5FFE7A5A2AA8}" dt="2025-08-25T08:45:28.171" v="497"/>
          <ac:picMkLst>
            <pc:docMk/>
            <pc:sldMk cId="3438053966" sldId="264"/>
            <ac:picMk id="6" creationId="{46ECA991-BF84-04AA-937F-EB43BF3481BF}"/>
          </ac:picMkLst>
        </pc:picChg>
      </pc:sldChg>
      <pc:sldMasterChg chg="del delSldLayout">
        <pc:chgData name="ANAND GOVINDARAJAN" userId="S::anand.govindarajan.2025@mumail.ie::ef6cf96b-815c-49df-a42f-47f310ad572f" providerId="AD" clId="Web-{06F72C97-169B-B83E-2B8B-5FFE7A5A2AA8}" dt="2025-08-25T08:23:58.328" v="326"/>
        <pc:sldMasterMkLst>
          <pc:docMk/>
          <pc:sldMasterMk cId="2460954070" sldId="2147483660"/>
        </pc:sldMasterMkLst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NAND GOVINDARAJAN" userId="S::anand.govindarajan.2025@mumail.ie::ef6cf96b-815c-49df-a42f-47f310ad572f" providerId="AD" clId="Web-{06F72C97-169B-B83E-2B8B-5FFE7A5A2AA8}" dt="2025-08-25T08:23:58.328" v="32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05.531" v="327"/>
        <pc:sldMasterMkLst>
          <pc:docMk/>
          <pc:sldMasterMk cId="1910981648" sldId="2147483672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814239753" sldId="214748367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3461322352" sldId="214748367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2729304585" sldId="214748367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2109020444" sldId="214748367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2854358656" sldId="214748367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1548472214" sldId="214748367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3200922312" sldId="214748367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2716135372" sldId="214748368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2009369167" sldId="214748368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644579930" sldId="214748368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05.531" v="327"/>
          <pc:sldLayoutMkLst>
            <pc:docMk/>
            <pc:sldMasterMk cId="1910981648" sldId="2147483672"/>
            <pc:sldLayoutMk cId="1116060940" sldId="2147483683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14.828" v="328"/>
        <pc:sldMasterMkLst>
          <pc:docMk/>
          <pc:sldMasterMk cId="1589822366" sldId="2147483684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4235660377" sldId="214748368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3173090684" sldId="214748368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4270351334" sldId="214748368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30284425" sldId="214748368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15043624" sldId="214748368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1127394872" sldId="214748369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198570670" sldId="214748369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1771315070" sldId="214748369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3497882346" sldId="214748369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1150399689" sldId="214748369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4262726391" sldId="214748369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1855664390" sldId="214748369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859519440" sldId="214748369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010864840" sldId="214748369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223359650" sldId="214748369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3103350856" sldId="214748370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14.828" v="328"/>
          <pc:sldLayoutMkLst>
            <pc:docMk/>
            <pc:sldMasterMk cId="1589822366" sldId="2147483684"/>
            <pc:sldLayoutMk cId="2932876516" sldId="2147483701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20.953" v="329"/>
        <pc:sldMasterMkLst>
          <pc:docMk/>
          <pc:sldMasterMk cId="1626920137" sldId="2147483702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2289040497" sldId="214748370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3291910788" sldId="214748370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776016770" sldId="214748370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662522532" sldId="214748370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2162190113" sldId="214748370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686515386" sldId="214748370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1150458478" sldId="214748370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2151498735" sldId="214748371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1549174927" sldId="214748371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3071904328" sldId="214748371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20.953" v="329"/>
          <pc:sldLayoutMkLst>
            <pc:docMk/>
            <pc:sldMasterMk cId="1626920137" sldId="2147483702"/>
            <pc:sldLayoutMk cId="3283153105" sldId="2147483713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33.938" v="330"/>
        <pc:sldMasterMkLst>
          <pc:docMk/>
          <pc:sldMasterMk cId="1261013203" sldId="2147483714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478378944" sldId="214748371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109323284" sldId="214748371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627422324" sldId="214748371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2096825518" sldId="214748371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148094373" sldId="214748371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1794154957" sldId="214748372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941541362" sldId="214748372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713428567" sldId="214748372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2398217473" sldId="214748372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716795868" sldId="214748372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1265419024" sldId="214748372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495404049" sldId="214748372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2197803211" sldId="214748372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2837359304" sldId="214748372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673832187" sldId="214748372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33.938" v="330"/>
          <pc:sldLayoutMkLst>
            <pc:docMk/>
            <pc:sldMasterMk cId="1261013203" sldId="2147483714"/>
            <pc:sldLayoutMk cId="326565221" sldId="2147483730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43.282" v="331"/>
        <pc:sldMasterMkLst>
          <pc:docMk/>
          <pc:sldMasterMk cId="2148445952" sldId="2147483731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3747250677" sldId="214748373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1774986399" sldId="214748373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2867032640" sldId="214748373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3608620925" sldId="214748373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1947865655" sldId="214748373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1301033181" sldId="214748373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3082847051" sldId="214748373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3608734460" sldId="214748373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1030983538" sldId="214748374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800328634" sldId="214748374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3.282" v="331"/>
          <pc:sldLayoutMkLst>
            <pc:docMk/>
            <pc:sldMasterMk cId="2148445952" sldId="2147483731"/>
            <pc:sldLayoutMk cId="424232246" sldId="2147483742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49.251" v="332"/>
        <pc:sldMasterMkLst>
          <pc:docMk/>
          <pc:sldMasterMk cId="1212373894" sldId="2147483743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2983073274" sldId="214748374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70281749" sldId="214748374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1422966115" sldId="214748374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76509627" sldId="214748374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976920468" sldId="214748374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909864246" sldId="214748374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877663040" sldId="214748375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385257497" sldId="214748375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2367904341" sldId="214748375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3858963784" sldId="214748375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49.251" v="332"/>
          <pc:sldLayoutMkLst>
            <pc:docMk/>
            <pc:sldMasterMk cId="1212373894" sldId="2147483743"/>
            <pc:sldLayoutMk cId="2177952344" sldId="2147483754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4:56.204" v="333"/>
        <pc:sldMasterMkLst>
          <pc:docMk/>
          <pc:sldMasterMk cId="4193075520" sldId="2147483755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2822306560" sldId="214748375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2469183387" sldId="214748375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4027029588" sldId="214748375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1804002899" sldId="214748375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3198400297" sldId="214748376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268204134" sldId="214748376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1872559201" sldId="214748376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2110435100" sldId="214748376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3692524590" sldId="214748376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1105985003" sldId="214748376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4:56.204" v="333"/>
          <pc:sldLayoutMkLst>
            <pc:docMk/>
            <pc:sldMasterMk cId="4193075520" sldId="2147483755"/>
            <pc:sldLayoutMk cId="3942555448" sldId="2147483766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5:09.110" v="334"/>
        <pc:sldMasterMkLst>
          <pc:docMk/>
          <pc:sldMasterMk cId="3200093979" sldId="2147483767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1649999619" sldId="214748376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2045522978" sldId="214748376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990951943" sldId="214748377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683066753" sldId="214748377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4220270146" sldId="214748377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548961174" sldId="214748377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4280757309" sldId="214748377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3971289606" sldId="214748377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237119863" sldId="214748377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3630273583" sldId="214748377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09.110" v="334"/>
          <pc:sldLayoutMkLst>
            <pc:docMk/>
            <pc:sldMasterMk cId="3200093979" sldId="2147483767"/>
            <pc:sldLayoutMk cId="3128824656" sldId="2147483778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25:21.767" v="335"/>
        <pc:sldMasterMkLst>
          <pc:docMk/>
          <pc:sldMasterMk cId="3336125414" sldId="2147483779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2627715996" sldId="214748378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2864582605" sldId="214748378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551306429" sldId="214748378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1359363828" sldId="214748378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715045599" sldId="214748378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2960998155" sldId="214748378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3377408672" sldId="214748378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2762889098" sldId="214748378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3853135263" sldId="214748378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4246204524" sldId="214748378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25:21.767" v="335"/>
          <pc:sldLayoutMkLst>
            <pc:docMk/>
            <pc:sldMasterMk cId="3336125414" sldId="2147483779"/>
            <pc:sldLayoutMk cId="339209226" sldId="2147483790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1:16.416" v="371"/>
        <pc:sldMasterMkLst>
          <pc:docMk/>
          <pc:sldMasterMk cId="1398813715" sldId="2147483791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1796504546" sldId="214748379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2614854359" sldId="214748379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1895321241" sldId="214748379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1704940131" sldId="214748379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398601366" sldId="214748379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2447143974" sldId="214748379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4058648744" sldId="214748379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2506764489" sldId="214748379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3856593193" sldId="214748380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3702847537" sldId="214748380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16.416" v="371"/>
          <pc:sldLayoutMkLst>
            <pc:docMk/>
            <pc:sldMasterMk cId="1398813715" sldId="2147483791"/>
            <pc:sldLayoutMk cId="3742739248" sldId="2147483802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1:33.650" v="373"/>
        <pc:sldMasterMkLst>
          <pc:docMk/>
          <pc:sldMasterMk cId="2314591391" sldId="2147483803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2837936396" sldId="214748380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139586740" sldId="214748380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2443544095" sldId="214748380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134204048" sldId="214748380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2452397451" sldId="214748380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3910786646" sldId="214748380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989072176" sldId="214748381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1906015903" sldId="214748381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922918385" sldId="214748381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60207750" sldId="214748381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33.650" v="373"/>
          <pc:sldLayoutMkLst>
            <pc:docMk/>
            <pc:sldMasterMk cId="2314591391" sldId="2147483803"/>
            <pc:sldLayoutMk cId="3967133064" sldId="2147483814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1:41.744" v="374"/>
        <pc:sldMasterMkLst>
          <pc:docMk/>
          <pc:sldMasterMk cId="3218665018" sldId="2147483815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837696697" sldId="214748381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2394938124" sldId="214748381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209404979" sldId="214748381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479364694" sldId="214748381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3724007829" sldId="214748382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249384330" sldId="214748382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453632150" sldId="214748382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3962652282" sldId="214748382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2644013375" sldId="214748382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127619636" sldId="214748382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41.744" v="374"/>
          <pc:sldLayoutMkLst>
            <pc:docMk/>
            <pc:sldMasterMk cId="3218665018" sldId="2147483815"/>
            <pc:sldLayoutMk cId="1847512153" sldId="2147483826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1:51.667" v="375"/>
        <pc:sldMasterMkLst>
          <pc:docMk/>
          <pc:sldMasterMk cId="650465202" sldId="2147483827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497835523" sldId="214748382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4086116465" sldId="214748382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697549621" sldId="214748383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2725455581" sldId="214748383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949156225" sldId="214748383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2120438457" sldId="214748383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2040247260" sldId="214748383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2936056825" sldId="214748383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2798658092" sldId="214748383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1267865269" sldId="214748383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1.667" v="375"/>
          <pc:sldLayoutMkLst>
            <pc:docMk/>
            <pc:sldMasterMk cId="650465202" sldId="2147483827"/>
            <pc:sldLayoutMk cId="562000177" sldId="2147483838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1:55.385" v="376"/>
        <pc:sldMasterMkLst>
          <pc:docMk/>
          <pc:sldMasterMk cId="1951001236" sldId="2147483839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212679791" sldId="214748384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430259747" sldId="214748384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1035403193" sldId="214748384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3034915109" sldId="214748384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561675416" sldId="214748384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3632805300" sldId="214748384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597672392" sldId="214748384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4210471551" sldId="214748384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4226544076" sldId="214748384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1700519472" sldId="214748384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2231922438" sldId="214748385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887640730" sldId="214748385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854585888" sldId="214748385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4038164721" sldId="214748385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798742450" sldId="214748385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1:55.385" v="376"/>
          <pc:sldLayoutMkLst>
            <pc:docMk/>
            <pc:sldMasterMk cId="1951001236" sldId="2147483839"/>
            <pc:sldLayoutMk cId="2706954767" sldId="2147483855"/>
          </pc:sldLayoutMkLst>
        </pc:sldLayoutChg>
      </pc:sldMasterChg>
      <pc:sldMasterChg chg="add del addSldLayout delSldLayout modSldLayout">
        <pc:chgData name="ANAND GOVINDARAJAN" userId="S::anand.govindarajan.2025@mumail.ie::ef6cf96b-815c-49df-a42f-47f310ad572f" providerId="AD" clId="Web-{06F72C97-169B-B83E-2B8B-5FFE7A5A2AA8}" dt="2025-08-25T08:32:08.714" v="377"/>
        <pc:sldMasterMkLst>
          <pc:docMk/>
          <pc:sldMasterMk cId="3729225550" sldId="2147483856"/>
        </pc:sldMasterMkLst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3088847097" sldId="2147483857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2474672636" sldId="2147483858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4262537939" sldId="2147483859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4039562188" sldId="2147483860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810291310" sldId="2147483861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538879972" sldId="2147483862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3085047872" sldId="2147483863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991086465" sldId="2147483864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1576976549" sldId="2147483865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3707946673" sldId="2147483866"/>
          </pc:sldLayoutMkLst>
        </pc:sldLayoutChg>
        <pc:sldLayoutChg chg="add del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729225550" sldId="2147483856"/>
            <pc:sldLayoutMk cId="3035024352" sldId="2147483867"/>
          </pc:sldLayoutMkLst>
        </pc:sldLayoutChg>
      </pc:sldMasterChg>
      <pc:sldMasterChg chg="add addSldLayout modSldLayout">
        <pc:chgData name="ANAND GOVINDARAJAN" userId="S::anand.govindarajan.2025@mumail.ie::ef6cf96b-815c-49df-a42f-47f310ad572f" providerId="AD" clId="Web-{06F72C97-169B-B83E-2B8B-5FFE7A5A2AA8}" dt="2025-08-25T08:32:08.714" v="377"/>
        <pc:sldMasterMkLst>
          <pc:docMk/>
          <pc:sldMasterMk cId="362778072" sldId="2147483868"/>
        </pc:sldMasterMkLst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683877487" sldId="2147483869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594782394" sldId="2147483870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1214956378" sldId="2147483871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484089533" sldId="2147483872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1271638947" sldId="2147483873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371387880" sldId="2147483874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1103572836" sldId="2147483875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837545125" sldId="2147483876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2166307644" sldId="2147483877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3524534957" sldId="2147483878"/>
          </pc:sldLayoutMkLst>
        </pc:sldLayoutChg>
        <pc:sldLayoutChg chg="add mod replId">
          <pc:chgData name="ANAND GOVINDARAJAN" userId="S::anand.govindarajan.2025@mumail.ie::ef6cf96b-815c-49df-a42f-47f310ad572f" providerId="AD" clId="Web-{06F72C97-169B-B83E-2B8B-5FFE7A5A2AA8}" dt="2025-08-25T08:32:08.714" v="377"/>
          <pc:sldLayoutMkLst>
            <pc:docMk/>
            <pc:sldMasterMk cId="362778072" sldId="2147483868"/>
            <pc:sldLayoutMk cId="835726939" sldId="2147483879"/>
          </pc:sldLayoutMkLst>
        </pc:sldLayoutChg>
      </pc:sldMasterChg>
    </pc:docChg>
  </pc:docChgLst>
  <pc:docChgLst>
    <pc:chgData name="ANAND GOVINDARAJAN" userId="S::anand.govindarajan.2025@mumail.ie::ef6cf96b-815c-49df-a42f-47f310ad572f" providerId="AD" clId="Web-{DB07C64E-F9A7-6793-2A97-91665E19FA1C}"/>
    <pc:docChg chg="modSld">
      <pc:chgData name="ANAND GOVINDARAJAN" userId="S::anand.govindarajan.2025@mumail.ie::ef6cf96b-815c-49df-a42f-47f310ad572f" providerId="AD" clId="Web-{DB07C64E-F9A7-6793-2A97-91665E19FA1C}" dt="2025-08-26T09:35:00.689" v="13" actId="20577"/>
      <pc:docMkLst>
        <pc:docMk/>
      </pc:docMkLst>
      <pc:sldChg chg="modSp">
        <pc:chgData name="ANAND GOVINDARAJAN" userId="S::anand.govindarajan.2025@mumail.ie::ef6cf96b-815c-49df-a42f-47f310ad572f" providerId="AD" clId="Web-{DB07C64E-F9A7-6793-2A97-91665E19FA1C}" dt="2025-08-26T09:19:16.918" v="6" actId="20577"/>
        <pc:sldMkLst>
          <pc:docMk/>
          <pc:sldMk cId="109857222" sldId="256"/>
        </pc:sldMkLst>
        <pc:spChg chg="mod">
          <ac:chgData name="ANAND GOVINDARAJAN" userId="S::anand.govindarajan.2025@mumail.ie::ef6cf96b-815c-49df-a42f-47f310ad572f" providerId="AD" clId="Web-{DB07C64E-F9A7-6793-2A97-91665E19FA1C}" dt="2025-08-26T09:19:16.918" v="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ANAND GOVINDARAJAN" userId="S::anand.govindarajan.2025@mumail.ie::ef6cf96b-815c-49df-a42f-47f310ad572f" providerId="AD" clId="Web-{DB07C64E-F9A7-6793-2A97-91665E19FA1C}" dt="2025-08-26T09:35:00.689" v="13" actId="20577"/>
        <pc:sldMkLst>
          <pc:docMk/>
          <pc:sldMk cId="2387269865" sldId="260"/>
        </pc:sldMkLst>
        <pc:graphicFrameChg chg="modGraphic">
          <ac:chgData name="ANAND GOVINDARAJAN" userId="S::anand.govindarajan.2025@mumail.ie::ef6cf96b-815c-49df-a42f-47f310ad572f" providerId="AD" clId="Web-{DB07C64E-F9A7-6793-2A97-91665E19FA1C}" dt="2025-08-26T09:35:00.689" v="13" actId="20577"/>
          <ac:graphicFrameMkLst>
            <pc:docMk/>
            <pc:sldMk cId="2387269865" sldId="260"/>
            <ac:graphicFrameMk id="5" creationId="{61D46577-D79C-3A58-2354-2107DC6B0A7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5.svg"/><Relationship Id="rId1" Type="http://schemas.openxmlformats.org/officeDocument/2006/relationships/image" Target="../media/image7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5.svg"/><Relationship Id="rId1" Type="http://schemas.openxmlformats.org/officeDocument/2006/relationships/image" Target="../media/image7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6DC709-D3F9-4033-A12E-437FE5D4C9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24EFBC-B6F0-45DC-92F9-23B7EAF73AA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Digital transformation drivers: Growing demand for AI-driven automation &amp; data analytics</a:t>
          </a:r>
          <a:endParaRPr lang="en-US"/>
        </a:p>
      </dgm:t>
    </dgm:pt>
    <dgm:pt modelId="{F412D823-6B6E-48F2-A5D1-246B7309244B}" type="parTrans" cxnId="{1938C81C-7B32-4459-B300-367695CAB014}">
      <dgm:prSet/>
      <dgm:spPr/>
      <dgm:t>
        <a:bodyPr/>
        <a:lstStyle/>
        <a:p>
          <a:endParaRPr lang="en-US"/>
        </a:p>
      </dgm:t>
    </dgm:pt>
    <dgm:pt modelId="{8CE506E1-88B4-4ACF-B287-8608F79EB5C1}" type="sibTrans" cxnId="{1938C81C-7B32-4459-B300-367695CAB014}">
      <dgm:prSet/>
      <dgm:spPr/>
      <dgm:t>
        <a:bodyPr/>
        <a:lstStyle/>
        <a:p>
          <a:endParaRPr lang="en-US"/>
        </a:p>
      </dgm:t>
    </dgm:pt>
    <dgm:pt modelId="{4939768B-2162-429F-A050-02AA344C02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Barriers to adoption: Traditional AI platforms are often proprietary and technically complex, creating high entry barriers for SME</a:t>
          </a:r>
          <a:endParaRPr lang="en-US"/>
        </a:p>
      </dgm:t>
    </dgm:pt>
    <dgm:pt modelId="{DCACC87F-D8D2-43EC-8BB4-1D7537D698C5}" type="parTrans" cxnId="{36C55F6E-2DBF-4720-A4E0-BB97EA5FFD04}">
      <dgm:prSet/>
      <dgm:spPr/>
      <dgm:t>
        <a:bodyPr/>
        <a:lstStyle/>
        <a:p>
          <a:endParaRPr lang="en-US"/>
        </a:p>
      </dgm:t>
    </dgm:pt>
    <dgm:pt modelId="{729B9610-4D88-4CFC-92E5-3604B60815A5}" type="sibTrans" cxnId="{36C55F6E-2DBF-4720-A4E0-BB97EA5FFD04}">
      <dgm:prSet/>
      <dgm:spPr/>
      <dgm:t>
        <a:bodyPr/>
        <a:lstStyle/>
        <a:p>
          <a:endParaRPr lang="en-US"/>
        </a:p>
      </dgm:t>
    </dgm:pt>
    <dgm:pt modelId="{2318821E-1D68-419B-9F37-05442EF7579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Market opportunity: More than 75% of EU SMEs face difficulties in adopting AI technology</a:t>
          </a:r>
          <a:endParaRPr lang="en-US"/>
        </a:p>
      </dgm:t>
    </dgm:pt>
    <dgm:pt modelId="{FD382BB2-C118-4E60-9D8F-90A34D9D29D0}" type="parTrans" cxnId="{9F025C5A-A11B-48A5-9538-4499BC312338}">
      <dgm:prSet/>
      <dgm:spPr/>
      <dgm:t>
        <a:bodyPr/>
        <a:lstStyle/>
        <a:p>
          <a:endParaRPr lang="en-US"/>
        </a:p>
      </dgm:t>
    </dgm:pt>
    <dgm:pt modelId="{D97B4594-9A60-4082-B751-E9C24CF4BE3F}" type="sibTrans" cxnId="{9F025C5A-A11B-48A5-9538-4499BC312338}">
      <dgm:prSet/>
      <dgm:spPr/>
      <dgm:t>
        <a:bodyPr/>
        <a:lstStyle/>
        <a:p>
          <a:endParaRPr lang="en-US"/>
        </a:p>
      </dgm:t>
    </dgm:pt>
    <dgm:pt modelId="{C586E0C7-1D96-4FCD-937D-41A8C4D20CE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Role of modular AI: Containerized microservices, visual no-code tools, and scalable cloud deployment democratize access to AI</a:t>
          </a:r>
          <a:endParaRPr lang="en-US"/>
        </a:p>
      </dgm:t>
    </dgm:pt>
    <dgm:pt modelId="{8B302FB6-0ABB-48BD-BAC2-462011932998}" type="parTrans" cxnId="{F5BD56D9-15F2-47C7-8E2D-7DFC3722C8F6}">
      <dgm:prSet/>
      <dgm:spPr/>
      <dgm:t>
        <a:bodyPr/>
        <a:lstStyle/>
        <a:p>
          <a:endParaRPr lang="en-US"/>
        </a:p>
      </dgm:t>
    </dgm:pt>
    <dgm:pt modelId="{4D02093E-C9F4-4AD3-8A1E-FBC3BA8A523D}" type="sibTrans" cxnId="{F5BD56D9-15F2-47C7-8E2D-7DFC3722C8F6}">
      <dgm:prSet/>
      <dgm:spPr/>
      <dgm:t>
        <a:bodyPr/>
        <a:lstStyle/>
        <a:p>
          <a:endParaRPr lang="en-US"/>
        </a:p>
      </dgm:t>
    </dgm:pt>
    <dgm:pt modelId="{6A846280-7738-4BA5-82ED-9D10F728FA34}" type="pres">
      <dgm:prSet presAssocID="{4C6DC709-D3F9-4033-A12E-437FE5D4C9D0}" presName="root" presStyleCnt="0">
        <dgm:presLayoutVars>
          <dgm:dir/>
          <dgm:resizeHandles val="exact"/>
        </dgm:presLayoutVars>
      </dgm:prSet>
      <dgm:spPr/>
    </dgm:pt>
    <dgm:pt modelId="{AD721369-574A-40B4-8ED4-BA0FF10DAB01}" type="pres">
      <dgm:prSet presAssocID="{5224EFBC-B6F0-45DC-92F9-23B7EAF73AAC}" presName="compNode" presStyleCnt="0"/>
      <dgm:spPr/>
    </dgm:pt>
    <dgm:pt modelId="{235835DE-AA9E-4D4D-9BC4-2BDE7F0A1FCA}" type="pres">
      <dgm:prSet presAssocID="{5224EFBC-B6F0-45DC-92F9-23B7EAF73AAC}" presName="bgRect" presStyleLbl="bgShp" presStyleIdx="0" presStyleCnt="4"/>
      <dgm:spPr/>
    </dgm:pt>
    <dgm:pt modelId="{621B6FD0-A908-4B8C-A9EF-055C4645A2E3}" type="pres">
      <dgm:prSet presAssocID="{5224EFBC-B6F0-45DC-92F9-23B7EAF73A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65E7BB1-9C01-4295-B34F-86F500680C6B}" type="pres">
      <dgm:prSet presAssocID="{5224EFBC-B6F0-45DC-92F9-23B7EAF73AAC}" presName="spaceRect" presStyleCnt="0"/>
      <dgm:spPr/>
    </dgm:pt>
    <dgm:pt modelId="{C1855A06-EFA9-43ED-B1C5-BF3CE1D47893}" type="pres">
      <dgm:prSet presAssocID="{5224EFBC-B6F0-45DC-92F9-23B7EAF73AAC}" presName="parTx" presStyleLbl="revTx" presStyleIdx="0" presStyleCnt="4">
        <dgm:presLayoutVars>
          <dgm:chMax val="0"/>
          <dgm:chPref val="0"/>
        </dgm:presLayoutVars>
      </dgm:prSet>
      <dgm:spPr/>
    </dgm:pt>
    <dgm:pt modelId="{04449245-3856-4D7D-B783-76227D7FC59D}" type="pres">
      <dgm:prSet presAssocID="{8CE506E1-88B4-4ACF-B287-8608F79EB5C1}" presName="sibTrans" presStyleCnt="0"/>
      <dgm:spPr/>
    </dgm:pt>
    <dgm:pt modelId="{5B4A2E25-9565-494D-8A79-0CBD88980156}" type="pres">
      <dgm:prSet presAssocID="{4939768B-2162-429F-A050-02AA344C02CB}" presName="compNode" presStyleCnt="0"/>
      <dgm:spPr/>
    </dgm:pt>
    <dgm:pt modelId="{9C1047CB-501B-4CA0-8F38-435AC8C97769}" type="pres">
      <dgm:prSet presAssocID="{4939768B-2162-429F-A050-02AA344C02CB}" presName="bgRect" presStyleLbl="bgShp" presStyleIdx="1" presStyleCnt="4"/>
      <dgm:spPr/>
    </dgm:pt>
    <dgm:pt modelId="{43A01899-B23A-4F9E-86DF-D0E1DD901CF8}" type="pres">
      <dgm:prSet presAssocID="{4939768B-2162-429F-A050-02AA344C02C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7FEF128-ABFC-4975-968E-1DB130986197}" type="pres">
      <dgm:prSet presAssocID="{4939768B-2162-429F-A050-02AA344C02CB}" presName="spaceRect" presStyleCnt="0"/>
      <dgm:spPr/>
    </dgm:pt>
    <dgm:pt modelId="{C63BFDE4-77E6-4F7B-8825-A580D4A310A9}" type="pres">
      <dgm:prSet presAssocID="{4939768B-2162-429F-A050-02AA344C02CB}" presName="parTx" presStyleLbl="revTx" presStyleIdx="1" presStyleCnt="4">
        <dgm:presLayoutVars>
          <dgm:chMax val="0"/>
          <dgm:chPref val="0"/>
        </dgm:presLayoutVars>
      </dgm:prSet>
      <dgm:spPr/>
    </dgm:pt>
    <dgm:pt modelId="{ECAE1A5F-D0A3-45A8-8213-A15F47E3F999}" type="pres">
      <dgm:prSet presAssocID="{729B9610-4D88-4CFC-92E5-3604B60815A5}" presName="sibTrans" presStyleCnt="0"/>
      <dgm:spPr/>
    </dgm:pt>
    <dgm:pt modelId="{37BA73FB-8C27-4BC8-AB4C-410B3F16EE6C}" type="pres">
      <dgm:prSet presAssocID="{2318821E-1D68-419B-9F37-05442EF75795}" presName="compNode" presStyleCnt="0"/>
      <dgm:spPr/>
    </dgm:pt>
    <dgm:pt modelId="{0D538391-1158-4635-BBCE-7F928250EB0E}" type="pres">
      <dgm:prSet presAssocID="{2318821E-1D68-419B-9F37-05442EF75795}" presName="bgRect" presStyleLbl="bgShp" presStyleIdx="2" presStyleCnt="4"/>
      <dgm:spPr/>
    </dgm:pt>
    <dgm:pt modelId="{FB281235-2B54-429E-9174-9560EEA89076}" type="pres">
      <dgm:prSet presAssocID="{2318821E-1D68-419B-9F37-05442EF757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E1C4E97-29E7-4641-A404-65D471CF3CF8}" type="pres">
      <dgm:prSet presAssocID="{2318821E-1D68-419B-9F37-05442EF75795}" presName="spaceRect" presStyleCnt="0"/>
      <dgm:spPr/>
    </dgm:pt>
    <dgm:pt modelId="{BCF03145-FD2E-4199-98BE-857A24E88272}" type="pres">
      <dgm:prSet presAssocID="{2318821E-1D68-419B-9F37-05442EF75795}" presName="parTx" presStyleLbl="revTx" presStyleIdx="2" presStyleCnt="4">
        <dgm:presLayoutVars>
          <dgm:chMax val="0"/>
          <dgm:chPref val="0"/>
        </dgm:presLayoutVars>
      </dgm:prSet>
      <dgm:spPr/>
    </dgm:pt>
    <dgm:pt modelId="{182928D9-C4E4-4766-A032-C3F00C0C4A03}" type="pres">
      <dgm:prSet presAssocID="{D97B4594-9A60-4082-B751-E9C24CF4BE3F}" presName="sibTrans" presStyleCnt="0"/>
      <dgm:spPr/>
    </dgm:pt>
    <dgm:pt modelId="{CD710EFC-07D6-4518-A213-EE0FAB5CC93D}" type="pres">
      <dgm:prSet presAssocID="{C586E0C7-1D96-4FCD-937D-41A8C4D20CE1}" presName="compNode" presStyleCnt="0"/>
      <dgm:spPr/>
    </dgm:pt>
    <dgm:pt modelId="{70DE08FA-09DE-4C6F-AB8A-285C84A0CC97}" type="pres">
      <dgm:prSet presAssocID="{C586E0C7-1D96-4FCD-937D-41A8C4D20CE1}" presName="bgRect" presStyleLbl="bgShp" presStyleIdx="3" presStyleCnt="4"/>
      <dgm:spPr/>
    </dgm:pt>
    <dgm:pt modelId="{31BA6670-9A83-4188-961B-BED09542402F}" type="pres">
      <dgm:prSet presAssocID="{C586E0C7-1D96-4FCD-937D-41A8C4D20CE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E9FA00C-8E09-4C4D-8E6F-B2A7F293BF6D}" type="pres">
      <dgm:prSet presAssocID="{C586E0C7-1D96-4FCD-937D-41A8C4D20CE1}" presName="spaceRect" presStyleCnt="0"/>
      <dgm:spPr/>
    </dgm:pt>
    <dgm:pt modelId="{8FC14765-E695-477C-AA31-FDF631F202C9}" type="pres">
      <dgm:prSet presAssocID="{C586E0C7-1D96-4FCD-937D-41A8C4D20C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333617-840E-4022-855F-09F3A20D6360}" type="presOf" srcId="{4C6DC709-D3F9-4033-A12E-437FE5D4C9D0}" destId="{6A846280-7738-4BA5-82ED-9D10F728FA34}" srcOrd="0" destOrd="0" presId="urn:microsoft.com/office/officeart/2018/2/layout/IconVerticalSolidList"/>
    <dgm:cxn modelId="{1938C81C-7B32-4459-B300-367695CAB014}" srcId="{4C6DC709-D3F9-4033-A12E-437FE5D4C9D0}" destId="{5224EFBC-B6F0-45DC-92F9-23B7EAF73AAC}" srcOrd="0" destOrd="0" parTransId="{F412D823-6B6E-48F2-A5D1-246B7309244B}" sibTransId="{8CE506E1-88B4-4ACF-B287-8608F79EB5C1}"/>
    <dgm:cxn modelId="{36C55F6E-2DBF-4720-A4E0-BB97EA5FFD04}" srcId="{4C6DC709-D3F9-4033-A12E-437FE5D4C9D0}" destId="{4939768B-2162-429F-A050-02AA344C02CB}" srcOrd="1" destOrd="0" parTransId="{DCACC87F-D8D2-43EC-8BB4-1D7537D698C5}" sibTransId="{729B9610-4D88-4CFC-92E5-3604B60815A5}"/>
    <dgm:cxn modelId="{9F025C5A-A11B-48A5-9538-4499BC312338}" srcId="{4C6DC709-D3F9-4033-A12E-437FE5D4C9D0}" destId="{2318821E-1D68-419B-9F37-05442EF75795}" srcOrd="2" destOrd="0" parTransId="{FD382BB2-C118-4E60-9D8F-90A34D9D29D0}" sibTransId="{D97B4594-9A60-4082-B751-E9C24CF4BE3F}"/>
    <dgm:cxn modelId="{2AB47D8F-C9B6-4E91-AAC9-ECAC1E43F43B}" type="presOf" srcId="{2318821E-1D68-419B-9F37-05442EF75795}" destId="{BCF03145-FD2E-4199-98BE-857A24E88272}" srcOrd="0" destOrd="0" presId="urn:microsoft.com/office/officeart/2018/2/layout/IconVerticalSolidList"/>
    <dgm:cxn modelId="{0A9C80B8-0D2D-4BF6-AC54-C7A6D48C1BF6}" type="presOf" srcId="{5224EFBC-B6F0-45DC-92F9-23B7EAF73AAC}" destId="{C1855A06-EFA9-43ED-B1C5-BF3CE1D47893}" srcOrd="0" destOrd="0" presId="urn:microsoft.com/office/officeart/2018/2/layout/IconVerticalSolidList"/>
    <dgm:cxn modelId="{F5BD56D9-15F2-47C7-8E2D-7DFC3722C8F6}" srcId="{4C6DC709-D3F9-4033-A12E-437FE5D4C9D0}" destId="{C586E0C7-1D96-4FCD-937D-41A8C4D20CE1}" srcOrd="3" destOrd="0" parTransId="{8B302FB6-0ABB-48BD-BAC2-462011932998}" sibTransId="{4D02093E-C9F4-4AD3-8A1E-FBC3BA8A523D}"/>
    <dgm:cxn modelId="{0457F5DB-2A27-4F4F-8894-88C5F1081132}" type="presOf" srcId="{C586E0C7-1D96-4FCD-937D-41A8C4D20CE1}" destId="{8FC14765-E695-477C-AA31-FDF631F202C9}" srcOrd="0" destOrd="0" presId="urn:microsoft.com/office/officeart/2018/2/layout/IconVerticalSolidList"/>
    <dgm:cxn modelId="{B9E761FD-955C-40CD-BDC5-EC050445CCAB}" type="presOf" srcId="{4939768B-2162-429F-A050-02AA344C02CB}" destId="{C63BFDE4-77E6-4F7B-8825-A580D4A310A9}" srcOrd="0" destOrd="0" presId="urn:microsoft.com/office/officeart/2018/2/layout/IconVerticalSolidList"/>
    <dgm:cxn modelId="{456BE0B0-C344-4476-8E9C-EB559C43CCDC}" type="presParOf" srcId="{6A846280-7738-4BA5-82ED-9D10F728FA34}" destId="{AD721369-574A-40B4-8ED4-BA0FF10DAB01}" srcOrd="0" destOrd="0" presId="urn:microsoft.com/office/officeart/2018/2/layout/IconVerticalSolidList"/>
    <dgm:cxn modelId="{AB698FC0-536F-4639-B49D-16D40AAC9F2F}" type="presParOf" srcId="{AD721369-574A-40B4-8ED4-BA0FF10DAB01}" destId="{235835DE-AA9E-4D4D-9BC4-2BDE7F0A1FCA}" srcOrd="0" destOrd="0" presId="urn:microsoft.com/office/officeart/2018/2/layout/IconVerticalSolidList"/>
    <dgm:cxn modelId="{9535532A-8301-4D86-AEDB-76858C701C2C}" type="presParOf" srcId="{AD721369-574A-40B4-8ED4-BA0FF10DAB01}" destId="{621B6FD0-A908-4B8C-A9EF-055C4645A2E3}" srcOrd="1" destOrd="0" presId="urn:microsoft.com/office/officeart/2018/2/layout/IconVerticalSolidList"/>
    <dgm:cxn modelId="{EA8861D1-23D9-46C1-85E6-6DE132FC4DEB}" type="presParOf" srcId="{AD721369-574A-40B4-8ED4-BA0FF10DAB01}" destId="{665E7BB1-9C01-4295-B34F-86F500680C6B}" srcOrd="2" destOrd="0" presId="urn:microsoft.com/office/officeart/2018/2/layout/IconVerticalSolidList"/>
    <dgm:cxn modelId="{496030CA-BA5C-447C-8E5D-EBF3F22C0F4D}" type="presParOf" srcId="{AD721369-574A-40B4-8ED4-BA0FF10DAB01}" destId="{C1855A06-EFA9-43ED-B1C5-BF3CE1D47893}" srcOrd="3" destOrd="0" presId="urn:microsoft.com/office/officeart/2018/2/layout/IconVerticalSolidList"/>
    <dgm:cxn modelId="{3DF81821-11AE-43E4-BDE6-49A4DACC55B9}" type="presParOf" srcId="{6A846280-7738-4BA5-82ED-9D10F728FA34}" destId="{04449245-3856-4D7D-B783-76227D7FC59D}" srcOrd="1" destOrd="0" presId="urn:microsoft.com/office/officeart/2018/2/layout/IconVerticalSolidList"/>
    <dgm:cxn modelId="{EA28F178-0A2E-43F5-B013-73263764E593}" type="presParOf" srcId="{6A846280-7738-4BA5-82ED-9D10F728FA34}" destId="{5B4A2E25-9565-494D-8A79-0CBD88980156}" srcOrd="2" destOrd="0" presId="urn:microsoft.com/office/officeart/2018/2/layout/IconVerticalSolidList"/>
    <dgm:cxn modelId="{C479AF1E-FBBF-436F-B2EA-903F22A59194}" type="presParOf" srcId="{5B4A2E25-9565-494D-8A79-0CBD88980156}" destId="{9C1047CB-501B-4CA0-8F38-435AC8C97769}" srcOrd="0" destOrd="0" presId="urn:microsoft.com/office/officeart/2018/2/layout/IconVerticalSolidList"/>
    <dgm:cxn modelId="{2B366A91-639F-4F32-A1D2-FD5ED9D16463}" type="presParOf" srcId="{5B4A2E25-9565-494D-8A79-0CBD88980156}" destId="{43A01899-B23A-4F9E-86DF-D0E1DD901CF8}" srcOrd="1" destOrd="0" presId="urn:microsoft.com/office/officeart/2018/2/layout/IconVerticalSolidList"/>
    <dgm:cxn modelId="{600C98BF-57AE-4D37-B587-8E3FCB7C59BB}" type="presParOf" srcId="{5B4A2E25-9565-494D-8A79-0CBD88980156}" destId="{87FEF128-ABFC-4975-968E-1DB130986197}" srcOrd="2" destOrd="0" presId="urn:microsoft.com/office/officeart/2018/2/layout/IconVerticalSolidList"/>
    <dgm:cxn modelId="{4D62E4C3-6B72-4215-BA13-B2F89F26F440}" type="presParOf" srcId="{5B4A2E25-9565-494D-8A79-0CBD88980156}" destId="{C63BFDE4-77E6-4F7B-8825-A580D4A310A9}" srcOrd="3" destOrd="0" presId="urn:microsoft.com/office/officeart/2018/2/layout/IconVerticalSolidList"/>
    <dgm:cxn modelId="{963F9221-DF33-46B5-B47A-F9F3D9B885C9}" type="presParOf" srcId="{6A846280-7738-4BA5-82ED-9D10F728FA34}" destId="{ECAE1A5F-D0A3-45A8-8213-A15F47E3F999}" srcOrd="3" destOrd="0" presId="urn:microsoft.com/office/officeart/2018/2/layout/IconVerticalSolidList"/>
    <dgm:cxn modelId="{599D08E6-6E3D-4560-B6EC-67E388F65672}" type="presParOf" srcId="{6A846280-7738-4BA5-82ED-9D10F728FA34}" destId="{37BA73FB-8C27-4BC8-AB4C-410B3F16EE6C}" srcOrd="4" destOrd="0" presId="urn:microsoft.com/office/officeart/2018/2/layout/IconVerticalSolidList"/>
    <dgm:cxn modelId="{0CCD96FE-6710-4CFA-9C10-F1FF852E76D3}" type="presParOf" srcId="{37BA73FB-8C27-4BC8-AB4C-410B3F16EE6C}" destId="{0D538391-1158-4635-BBCE-7F928250EB0E}" srcOrd="0" destOrd="0" presId="urn:microsoft.com/office/officeart/2018/2/layout/IconVerticalSolidList"/>
    <dgm:cxn modelId="{24D582BF-3A41-4B1C-B16F-658A47074846}" type="presParOf" srcId="{37BA73FB-8C27-4BC8-AB4C-410B3F16EE6C}" destId="{FB281235-2B54-429E-9174-9560EEA89076}" srcOrd="1" destOrd="0" presId="urn:microsoft.com/office/officeart/2018/2/layout/IconVerticalSolidList"/>
    <dgm:cxn modelId="{3B9A7E24-CFD0-4E50-94AB-4BB4C70D44A4}" type="presParOf" srcId="{37BA73FB-8C27-4BC8-AB4C-410B3F16EE6C}" destId="{5E1C4E97-29E7-4641-A404-65D471CF3CF8}" srcOrd="2" destOrd="0" presId="urn:microsoft.com/office/officeart/2018/2/layout/IconVerticalSolidList"/>
    <dgm:cxn modelId="{F861FD1A-A4D5-476F-8F2E-39E6CF96B416}" type="presParOf" srcId="{37BA73FB-8C27-4BC8-AB4C-410B3F16EE6C}" destId="{BCF03145-FD2E-4199-98BE-857A24E88272}" srcOrd="3" destOrd="0" presId="urn:microsoft.com/office/officeart/2018/2/layout/IconVerticalSolidList"/>
    <dgm:cxn modelId="{8EC8FC76-F76D-4207-8FD0-E520E7B470A0}" type="presParOf" srcId="{6A846280-7738-4BA5-82ED-9D10F728FA34}" destId="{182928D9-C4E4-4766-A032-C3F00C0C4A03}" srcOrd="5" destOrd="0" presId="urn:microsoft.com/office/officeart/2018/2/layout/IconVerticalSolidList"/>
    <dgm:cxn modelId="{AFA7F106-ED6A-4A4A-A711-BFC64985886E}" type="presParOf" srcId="{6A846280-7738-4BA5-82ED-9D10F728FA34}" destId="{CD710EFC-07D6-4518-A213-EE0FAB5CC93D}" srcOrd="6" destOrd="0" presId="urn:microsoft.com/office/officeart/2018/2/layout/IconVerticalSolidList"/>
    <dgm:cxn modelId="{269C151A-5FC8-46DF-92E7-32B4E3C67FEC}" type="presParOf" srcId="{CD710EFC-07D6-4518-A213-EE0FAB5CC93D}" destId="{70DE08FA-09DE-4C6F-AB8A-285C84A0CC97}" srcOrd="0" destOrd="0" presId="urn:microsoft.com/office/officeart/2018/2/layout/IconVerticalSolidList"/>
    <dgm:cxn modelId="{326175A1-C41A-4B68-940E-B50BCBB96956}" type="presParOf" srcId="{CD710EFC-07D6-4518-A213-EE0FAB5CC93D}" destId="{31BA6670-9A83-4188-961B-BED09542402F}" srcOrd="1" destOrd="0" presId="urn:microsoft.com/office/officeart/2018/2/layout/IconVerticalSolidList"/>
    <dgm:cxn modelId="{97709589-915B-47E6-B2D6-14E339873309}" type="presParOf" srcId="{CD710EFC-07D6-4518-A213-EE0FAB5CC93D}" destId="{BE9FA00C-8E09-4C4D-8E6F-B2A7F293BF6D}" srcOrd="2" destOrd="0" presId="urn:microsoft.com/office/officeart/2018/2/layout/IconVerticalSolidList"/>
    <dgm:cxn modelId="{87E8EACB-9913-4CD6-872B-2F7B92663C07}" type="presParOf" srcId="{CD710EFC-07D6-4518-A213-EE0FAB5CC93D}" destId="{8FC14765-E695-477C-AA31-FDF631F202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52626D-DA61-4EEF-B2E6-63D6ECD315A5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FBB2B3E-5C89-4E59-802B-568545214D94}">
      <dgm:prSet/>
      <dgm:spPr/>
      <dgm:t>
        <a:bodyPr/>
        <a:lstStyle/>
        <a:p>
          <a:r>
            <a:rPr lang="en-GB"/>
            <a:t>Main Objective: Implement a modular, container-based AI pipeline on the AI4EU platform.</a:t>
          </a:r>
          <a:endParaRPr lang="en-US"/>
        </a:p>
      </dgm:t>
    </dgm:pt>
    <dgm:pt modelId="{763BF2A1-07FA-4928-A9F9-AB8FCFD9FDF0}" type="parTrans" cxnId="{45349359-34E2-42A4-95F7-DA9BED3B08C4}">
      <dgm:prSet/>
      <dgm:spPr/>
      <dgm:t>
        <a:bodyPr/>
        <a:lstStyle/>
        <a:p>
          <a:endParaRPr lang="en-US"/>
        </a:p>
      </dgm:t>
    </dgm:pt>
    <dgm:pt modelId="{5272A32E-9393-4FD2-BF0B-82D29E973531}" type="sibTrans" cxnId="{45349359-34E2-42A4-95F7-DA9BED3B08C4}">
      <dgm:prSet/>
      <dgm:spPr/>
      <dgm:t>
        <a:bodyPr/>
        <a:lstStyle/>
        <a:p>
          <a:endParaRPr lang="en-US"/>
        </a:p>
      </dgm:t>
    </dgm:pt>
    <dgm:pt modelId="{647C3A46-BC04-4EA0-B9C1-64D9B77FA10B}">
      <dgm:prSet/>
      <dgm:spPr/>
      <dgm:t>
        <a:bodyPr/>
        <a:lstStyle/>
        <a:p>
          <a:r>
            <a:rPr lang="en-GB"/>
            <a:t>Research Questions: </a:t>
          </a:r>
          <a:endParaRPr lang="en-US"/>
        </a:p>
      </dgm:t>
    </dgm:pt>
    <dgm:pt modelId="{DDE94B63-6582-44F7-83DF-35C921652263}" type="parTrans" cxnId="{0B9AF611-7E34-497F-8DAF-58FB96D15480}">
      <dgm:prSet/>
      <dgm:spPr/>
      <dgm:t>
        <a:bodyPr/>
        <a:lstStyle/>
        <a:p>
          <a:endParaRPr lang="en-US"/>
        </a:p>
      </dgm:t>
    </dgm:pt>
    <dgm:pt modelId="{E08D9312-5DE5-4D82-B369-0D927BAC5007}" type="sibTrans" cxnId="{0B9AF611-7E34-497F-8DAF-58FB96D15480}">
      <dgm:prSet/>
      <dgm:spPr/>
      <dgm:t>
        <a:bodyPr/>
        <a:lstStyle/>
        <a:p>
          <a:endParaRPr lang="en-US"/>
        </a:p>
      </dgm:t>
    </dgm:pt>
    <dgm:pt modelId="{A1574A2C-948B-471B-8D7A-0FDA91CDB913}">
      <dgm:prSet/>
      <dgm:spPr/>
      <dgm:t>
        <a:bodyPr/>
        <a:lstStyle/>
        <a:p>
          <a:r>
            <a:rPr lang="en-GB"/>
            <a:t>How can modular AI microservices be effectively designed, deployed, and integrated</a:t>
          </a:r>
          <a:endParaRPr lang="en-US"/>
        </a:p>
      </dgm:t>
    </dgm:pt>
    <dgm:pt modelId="{30042DAD-3A16-4AE5-BF6F-3E9B742FE67F}" type="parTrans" cxnId="{19101ABD-B7BF-4B36-BA4B-3BDEC38C54E2}">
      <dgm:prSet/>
      <dgm:spPr/>
      <dgm:t>
        <a:bodyPr/>
        <a:lstStyle/>
        <a:p>
          <a:endParaRPr lang="en-US"/>
        </a:p>
      </dgm:t>
    </dgm:pt>
    <dgm:pt modelId="{4BB6DD43-6DA2-4236-B320-4B34E69A8848}" type="sibTrans" cxnId="{19101ABD-B7BF-4B36-BA4B-3BDEC38C54E2}">
      <dgm:prSet/>
      <dgm:spPr/>
      <dgm:t>
        <a:bodyPr/>
        <a:lstStyle/>
        <a:p>
          <a:endParaRPr lang="en-US"/>
        </a:p>
      </dgm:t>
    </dgm:pt>
    <dgm:pt modelId="{C71CB9C0-19EE-4038-97B2-55B3CC595311}">
      <dgm:prSet/>
      <dgm:spPr/>
      <dgm:t>
        <a:bodyPr/>
        <a:lstStyle/>
        <a:p>
          <a:r>
            <a:rPr lang="en-GB"/>
            <a:t>How does the pipeline ensure reproducibility, scalability, and interoperability across different infrastructures?</a:t>
          </a:r>
          <a:endParaRPr lang="en-US"/>
        </a:p>
      </dgm:t>
    </dgm:pt>
    <dgm:pt modelId="{A97314CB-3D42-4FB8-BA62-10804EA4EFA6}" type="parTrans" cxnId="{EEA9B632-A652-43D3-8113-AA5B203A5B24}">
      <dgm:prSet/>
      <dgm:spPr/>
      <dgm:t>
        <a:bodyPr/>
        <a:lstStyle/>
        <a:p>
          <a:endParaRPr lang="en-US"/>
        </a:p>
      </dgm:t>
    </dgm:pt>
    <dgm:pt modelId="{B9626F49-64CE-40E9-986A-84DFB98DF817}" type="sibTrans" cxnId="{EEA9B632-A652-43D3-8113-AA5B203A5B24}">
      <dgm:prSet/>
      <dgm:spPr/>
      <dgm:t>
        <a:bodyPr/>
        <a:lstStyle/>
        <a:p>
          <a:endParaRPr lang="en-US"/>
        </a:p>
      </dgm:t>
    </dgm:pt>
    <dgm:pt modelId="{1AE01C71-764D-4DA2-BF54-34FFD050FA0C}" type="pres">
      <dgm:prSet presAssocID="{3052626D-DA61-4EEF-B2E6-63D6ECD315A5}" presName="outerComposite" presStyleCnt="0">
        <dgm:presLayoutVars>
          <dgm:chMax val="5"/>
          <dgm:dir/>
          <dgm:resizeHandles val="exact"/>
        </dgm:presLayoutVars>
      </dgm:prSet>
      <dgm:spPr/>
    </dgm:pt>
    <dgm:pt modelId="{B34D9C44-C48B-44A5-85CF-1BD47E125874}" type="pres">
      <dgm:prSet presAssocID="{3052626D-DA61-4EEF-B2E6-63D6ECD315A5}" presName="dummyMaxCanvas" presStyleCnt="0">
        <dgm:presLayoutVars/>
      </dgm:prSet>
      <dgm:spPr/>
    </dgm:pt>
    <dgm:pt modelId="{1AD93AD3-22BE-42A7-ABA1-5526C7B0350B}" type="pres">
      <dgm:prSet presAssocID="{3052626D-DA61-4EEF-B2E6-63D6ECD315A5}" presName="TwoNodes_1" presStyleLbl="node1" presStyleIdx="0" presStyleCnt="2">
        <dgm:presLayoutVars>
          <dgm:bulletEnabled val="1"/>
        </dgm:presLayoutVars>
      </dgm:prSet>
      <dgm:spPr/>
    </dgm:pt>
    <dgm:pt modelId="{10E2A39B-9E47-4AF4-9405-D0AAF0C4E95C}" type="pres">
      <dgm:prSet presAssocID="{3052626D-DA61-4EEF-B2E6-63D6ECD315A5}" presName="TwoNodes_2" presStyleLbl="node1" presStyleIdx="1" presStyleCnt="2">
        <dgm:presLayoutVars>
          <dgm:bulletEnabled val="1"/>
        </dgm:presLayoutVars>
      </dgm:prSet>
      <dgm:spPr/>
    </dgm:pt>
    <dgm:pt modelId="{2B3C05FB-3D79-487A-8868-9B3B72A9102C}" type="pres">
      <dgm:prSet presAssocID="{3052626D-DA61-4EEF-B2E6-63D6ECD315A5}" presName="TwoConn_1-2" presStyleLbl="fgAccFollowNode1" presStyleIdx="0" presStyleCnt="1">
        <dgm:presLayoutVars>
          <dgm:bulletEnabled val="1"/>
        </dgm:presLayoutVars>
      </dgm:prSet>
      <dgm:spPr/>
    </dgm:pt>
    <dgm:pt modelId="{4C7D449B-BB4B-43CF-912E-AA5D5918916B}" type="pres">
      <dgm:prSet presAssocID="{3052626D-DA61-4EEF-B2E6-63D6ECD315A5}" presName="TwoNodes_1_text" presStyleLbl="node1" presStyleIdx="1" presStyleCnt="2">
        <dgm:presLayoutVars>
          <dgm:bulletEnabled val="1"/>
        </dgm:presLayoutVars>
      </dgm:prSet>
      <dgm:spPr/>
    </dgm:pt>
    <dgm:pt modelId="{85372AD7-C232-42EF-8504-675F4FCF328C}" type="pres">
      <dgm:prSet presAssocID="{3052626D-DA61-4EEF-B2E6-63D6ECD315A5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88F3404-C64C-425B-8564-8D5D033D1A6C}" type="presOf" srcId="{C71CB9C0-19EE-4038-97B2-55B3CC595311}" destId="{85372AD7-C232-42EF-8504-675F4FCF328C}" srcOrd="1" destOrd="2" presId="urn:microsoft.com/office/officeart/2005/8/layout/vProcess5"/>
    <dgm:cxn modelId="{0B9AF611-7E34-497F-8DAF-58FB96D15480}" srcId="{3052626D-DA61-4EEF-B2E6-63D6ECD315A5}" destId="{647C3A46-BC04-4EA0-B9C1-64D9B77FA10B}" srcOrd="1" destOrd="0" parTransId="{DDE94B63-6582-44F7-83DF-35C921652263}" sibTransId="{E08D9312-5DE5-4D82-B369-0D927BAC5007}"/>
    <dgm:cxn modelId="{EEA9B632-A652-43D3-8113-AA5B203A5B24}" srcId="{647C3A46-BC04-4EA0-B9C1-64D9B77FA10B}" destId="{C71CB9C0-19EE-4038-97B2-55B3CC595311}" srcOrd="1" destOrd="0" parTransId="{A97314CB-3D42-4FB8-BA62-10804EA4EFA6}" sibTransId="{B9626F49-64CE-40E9-986A-84DFB98DF817}"/>
    <dgm:cxn modelId="{BCED0437-4181-4C47-8529-EA19E38D305C}" type="presOf" srcId="{647C3A46-BC04-4EA0-B9C1-64D9B77FA10B}" destId="{10E2A39B-9E47-4AF4-9405-D0AAF0C4E95C}" srcOrd="0" destOrd="0" presId="urn:microsoft.com/office/officeart/2005/8/layout/vProcess5"/>
    <dgm:cxn modelId="{A9EB443C-D513-4AB5-ADC4-47AD3D8118DE}" type="presOf" srcId="{647C3A46-BC04-4EA0-B9C1-64D9B77FA10B}" destId="{85372AD7-C232-42EF-8504-675F4FCF328C}" srcOrd="1" destOrd="0" presId="urn:microsoft.com/office/officeart/2005/8/layout/vProcess5"/>
    <dgm:cxn modelId="{464A3957-000C-40CE-A168-DA0641EE3EA2}" type="presOf" srcId="{5272A32E-9393-4FD2-BF0B-82D29E973531}" destId="{2B3C05FB-3D79-487A-8868-9B3B72A9102C}" srcOrd="0" destOrd="0" presId="urn:microsoft.com/office/officeart/2005/8/layout/vProcess5"/>
    <dgm:cxn modelId="{45349359-34E2-42A4-95F7-DA9BED3B08C4}" srcId="{3052626D-DA61-4EEF-B2E6-63D6ECD315A5}" destId="{7FBB2B3E-5C89-4E59-802B-568545214D94}" srcOrd="0" destOrd="0" parTransId="{763BF2A1-07FA-4928-A9F9-AB8FCFD9FDF0}" sibTransId="{5272A32E-9393-4FD2-BF0B-82D29E973531}"/>
    <dgm:cxn modelId="{3766077B-8CA0-48A9-A864-6BEBD50FEF14}" type="presOf" srcId="{A1574A2C-948B-471B-8D7A-0FDA91CDB913}" destId="{85372AD7-C232-42EF-8504-675F4FCF328C}" srcOrd="1" destOrd="1" presId="urn:microsoft.com/office/officeart/2005/8/layout/vProcess5"/>
    <dgm:cxn modelId="{C6A80F80-5F91-41B5-B6C4-3457451AD535}" type="presOf" srcId="{C71CB9C0-19EE-4038-97B2-55B3CC595311}" destId="{10E2A39B-9E47-4AF4-9405-D0AAF0C4E95C}" srcOrd="0" destOrd="2" presId="urn:microsoft.com/office/officeart/2005/8/layout/vProcess5"/>
    <dgm:cxn modelId="{80295685-E51D-4E67-BB39-24344F7D6C2B}" type="presOf" srcId="{7FBB2B3E-5C89-4E59-802B-568545214D94}" destId="{1AD93AD3-22BE-42A7-ABA1-5526C7B0350B}" srcOrd="0" destOrd="0" presId="urn:microsoft.com/office/officeart/2005/8/layout/vProcess5"/>
    <dgm:cxn modelId="{73E9E48F-A44B-49D0-8B36-6BC28BA594CD}" type="presOf" srcId="{7FBB2B3E-5C89-4E59-802B-568545214D94}" destId="{4C7D449B-BB4B-43CF-912E-AA5D5918916B}" srcOrd="1" destOrd="0" presId="urn:microsoft.com/office/officeart/2005/8/layout/vProcess5"/>
    <dgm:cxn modelId="{19101ABD-B7BF-4B36-BA4B-3BDEC38C54E2}" srcId="{647C3A46-BC04-4EA0-B9C1-64D9B77FA10B}" destId="{A1574A2C-948B-471B-8D7A-0FDA91CDB913}" srcOrd="0" destOrd="0" parTransId="{30042DAD-3A16-4AE5-BF6F-3E9B742FE67F}" sibTransId="{4BB6DD43-6DA2-4236-B320-4B34E69A8848}"/>
    <dgm:cxn modelId="{8BA8A6D2-48B3-4827-92BC-D79FDA741260}" type="presOf" srcId="{3052626D-DA61-4EEF-B2E6-63D6ECD315A5}" destId="{1AE01C71-764D-4DA2-BF54-34FFD050FA0C}" srcOrd="0" destOrd="0" presId="urn:microsoft.com/office/officeart/2005/8/layout/vProcess5"/>
    <dgm:cxn modelId="{182722D5-AADD-4CBE-AF6E-7AC0FCC8B2E8}" type="presOf" srcId="{A1574A2C-948B-471B-8D7A-0FDA91CDB913}" destId="{10E2A39B-9E47-4AF4-9405-D0AAF0C4E95C}" srcOrd="0" destOrd="1" presId="urn:microsoft.com/office/officeart/2005/8/layout/vProcess5"/>
    <dgm:cxn modelId="{DCB84876-A251-4865-AABD-6CE532360648}" type="presParOf" srcId="{1AE01C71-764D-4DA2-BF54-34FFD050FA0C}" destId="{B34D9C44-C48B-44A5-85CF-1BD47E125874}" srcOrd="0" destOrd="0" presId="urn:microsoft.com/office/officeart/2005/8/layout/vProcess5"/>
    <dgm:cxn modelId="{B490AE6B-952F-4490-AABA-37FD3319CDB3}" type="presParOf" srcId="{1AE01C71-764D-4DA2-BF54-34FFD050FA0C}" destId="{1AD93AD3-22BE-42A7-ABA1-5526C7B0350B}" srcOrd="1" destOrd="0" presId="urn:microsoft.com/office/officeart/2005/8/layout/vProcess5"/>
    <dgm:cxn modelId="{959C876F-C1A1-4A1B-A3F3-3DB0F1377481}" type="presParOf" srcId="{1AE01C71-764D-4DA2-BF54-34FFD050FA0C}" destId="{10E2A39B-9E47-4AF4-9405-D0AAF0C4E95C}" srcOrd="2" destOrd="0" presId="urn:microsoft.com/office/officeart/2005/8/layout/vProcess5"/>
    <dgm:cxn modelId="{555C4E5C-2BD5-4842-ADAB-A07F8076E4AF}" type="presParOf" srcId="{1AE01C71-764D-4DA2-BF54-34FFD050FA0C}" destId="{2B3C05FB-3D79-487A-8868-9B3B72A9102C}" srcOrd="3" destOrd="0" presId="urn:microsoft.com/office/officeart/2005/8/layout/vProcess5"/>
    <dgm:cxn modelId="{41701343-05C2-46FE-9C5C-D790BCD16211}" type="presParOf" srcId="{1AE01C71-764D-4DA2-BF54-34FFD050FA0C}" destId="{4C7D449B-BB4B-43CF-912E-AA5D5918916B}" srcOrd="4" destOrd="0" presId="urn:microsoft.com/office/officeart/2005/8/layout/vProcess5"/>
    <dgm:cxn modelId="{A57DA31A-C681-47B0-877A-27BC688DBB2E}" type="presParOf" srcId="{1AE01C71-764D-4DA2-BF54-34FFD050FA0C}" destId="{85372AD7-C232-42EF-8504-675F4FCF328C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2B76FB-1B39-4CBD-9BC2-06A23C4F8C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4C83AD-F5C1-428B-B689-A9F1D97785F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Design and test a three-stage pipeline -&gt; Energy Generator, Energy Analyzer, and Report Generator</a:t>
          </a:r>
          <a:endParaRPr lang="en-US"/>
        </a:p>
      </dgm:t>
    </dgm:pt>
    <dgm:pt modelId="{7004E027-0B47-4FA8-8FFE-0DA7D7E87E8A}" type="parTrans" cxnId="{BFD28C73-0F03-4EC7-8B9B-CF603790B7CC}">
      <dgm:prSet/>
      <dgm:spPr/>
      <dgm:t>
        <a:bodyPr/>
        <a:lstStyle/>
        <a:p>
          <a:endParaRPr lang="en-US"/>
        </a:p>
      </dgm:t>
    </dgm:pt>
    <dgm:pt modelId="{176E039F-5A28-4677-8804-768DB9680267}" type="sibTrans" cxnId="{BFD28C73-0F03-4EC7-8B9B-CF603790B7CC}">
      <dgm:prSet/>
      <dgm:spPr/>
      <dgm:t>
        <a:bodyPr/>
        <a:lstStyle/>
        <a:p>
          <a:endParaRPr lang="en-US"/>
        </a:p>
      </dgm:t>
    </dgm:pt>
    <dgm:pt modelId="{28E0A144-7400-4710-86FA-6533F4DB673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Demonstrate cross-platform deployment -&gt; Docker containers, gRPC and protobuf</a:t>
          </a:r>
          <a:endParaRPr lang="en-US"/>
        </a:p>
      </dgm:t>
    </dgm:pt>
    <dgm:pt modelId="{4CE9A590-6ACD-4157-BBE9-90842BB60DC4}" type="parTrans" cxnId="{485D5C56-F6DE-4D8E-A2F0-01AADBC8D6DF}">
      <dgm:prSet/>
      <dgm:spPr/>
      <dgm:t>
        <a:bodyPr/>
        <a:lstStyle/>
        <a:p>
          <a:endParaRPr lang="en-US"/>
        </a:p>
      </dgm:t>
    </dgm:pt>
    <dgm:pt modelId="{E0B0E022-D95B-4F54-9DD9-898024880345}" type="sibTrans" cxnId="{485D5C56-F6DE-4D8E-A2F0-01AADBC8D6DF}">
      <dgm:prSet/>
      <dgm:spPr/>
      <dgm:t>
        <a:bodyPr/>
        <a:lstStyle/>
        <a:p>
          <a:endParaRPr lang="en-US"/>
        </a:p>
      </dgm:t>
    </dgm:pt>
    <dgm:pt modelId="{AEEFF2ED-6186-4EBD-9B67-132B31C06D2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 onboarding documentation </a:t>
          </a:r>
          <a:endParaRPr lang="en-US"/>
        </a:p>
      </dgm:t>
    </dgm:pt>
    <dgm:pt modelId="{1E55E30B-0B11-49CC-9B43-BBBF0342452C}" type="parTrans" cxnId="{5EADE0DB-4541-46BD-B00C-107FFD4EB70C}">
      <dgm:prSet/>
      <dgm:spPr/>
      <dgm:t>
        <a:bodyPr/>
        <a:lstStyle/>
        <a:p>
          <a:endParaRPr lang="en-US"/>
        </a:p>
      </dgm:t>
    </dgm:pt>
    <dgm:pt modelId="{63B9186C-FD13-4169-B60B-878FE7B400AA}" type="sibTrans" cxnId="{5EADE0DB-4541-46BD-B00C-107FFD4EB70C}">
      <dgm:prSet/>
      <dgm:spPr/>
      <dgm:t>
        <a:bodyPr/>
        <a:lstStyle/>
        <a:p>
          <a:endParaRPr lang="en-US"/>
        </a:p>
      </dgm:t>
    </dgm:pt>
    <dgm:pt modelId="{D9D7FDC6-92A8-41FA-96DA-2D52DB736142}" type="pres">
      <dgm:prSet presAssocID="{CE2B76FB-1B39-4CBD-9BC2-06A23C4F8CC2}" presName="root" presStyleCnt="0">
        <dgm:presLayoutVars>
          <dgm:dir/>
          <dgm:resizeHandles val="exact"/>
        </dgm:presLayoutVars>
      </dgm:prSet>
      <dgm:spPr/>
    </dgm:pt>
    <dgm:pt modelId="{8E4AB060-6FBF-49D5-BAFE-A1E9B03DFAED}" type="pres">
      <dgm:prSet presAssocID="{644C83AD-F5C1-428B-B689-A9F1D97785F4}" presName="compNode" presStyleCnt="0"/>
      <dgm:spPr/>
    </dgm:pt>
    <dgm:pt modelId="{E8EBBF74-C13F-4CD0-A033-1BB6C087527E}" type="pres">
      <dgm:prSet presAssocID="{644C83AD-F5C1-428B-B689-A9F1D97785F4}" presName="bgRect" presStyleLbl="bgShp" presStyleIdx="0" presStyleCnt="3"/>
      <dgm:spPr/>
    </dgm:pt>
    <dgm:pt modelId="{CF593682-089E-4F9B-AC04-56EBAF8591B3}" type="pres">
      <dgm:prSet presAssocID="{644C83AD-F5C1-428B-B689-A9F1D97785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0B8CC0AA-0D9D-42D0-846A-46B6A9DF90AD}" type="pres">
      <dgm:prSet presAssocID="{644C83AD-F5C1-428B-B689-A9F1D97785F4}" presName="spaceRect" presStyleCnt="0"/>
      <dgm:spPr/>
    </dgm:pt>
    <dgm:pt modelId="{2521144D-CF98-4AE4-9D35-AAC85B0818A2}" type="pres">
      <dgm:prSet presAssocID="{644C83AD-F5C1-428B-B689-A9F1D97785F4}" presName="parTx" presStyleLbl="revTx" presStyleIdx="0" presStyleCnt="3">
        <dgm:presLayoutVars>
          <dgm:chMax val="0"/>
          <dgm:chPref val="0"/>
        </dgm:presLayoutVars>
      </dgm:prSet>
      <dgm:spPr/>
    </dgm:pt>
    <dgm:pt modelId="{44C4B8A8-450A-4059-8C10-E2A3AEED558A}" type="pres">
      <dgm:prSet presAssocID="{176E039F-5A28-4677-8804-768DB9680267}" presName="sibTrans" presStyleCnt="0"/>
      <dgm:spPr/>
    </dgm:pt>
    <dgm:pt modelId="{5021A823-A6A8-425D-8945-57836C8038EF}" type="pres">
      <dgm:prSet presAssocID="{28E0A144-7400-4710-86FA-6533F4DB6731}" presName="compNode" presStyleCnt="0"/>
      <dgm:spPr/>
    </dgm:pt>
    <dgm:pt modelId="{94AD946D-2B55-480D-B67E-65369C69AF11}" type="pres">
      <dgm:prSet presAssocID="{28E0A144-7400-4710-86FA-6533F4DB6731}" presName="bgRect" presStyleLbl="bgShp" presStyleIdx="1" presStyleCnt="3"/>
      <dgm:spPr/>
    </dgm:pt>
    <dgm:pt modelId="{8C9132EE-3EF4-4DCA-9510-934F1D83E34B}" type="pres">
      <dgm:prSet presAssocID="{28E0A144-7400-4710-86FA-6533F4DB67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1B0992B9-4E7E-4715-875E-F120382C7F90}" type="pres">
      <dgm:prSet presAssocID="{28E0A144-7400-4710-86FA-6533F4DB6731}" presName="spaceRect" presStyleCnt="0"/>
      <dgm:spPr/>
    </dgm:pt>
    <dgm:pt modelId="{968EEB40-3508-458D-9CAE-F4752386C468}" type="pres">
      <dgm:prSet presAssocID="{28E0A144-7400-4710-86FA-6533F4DB6731}" presName="parTx" presStyleLbl="revTx" presStyleIdx="1" presStyleCnt="3">
        <dgm:presLayoutVars>
          <dgm:chMax val="0"/>
          <dgm:chPref val="0"/>
        </dgm:presLayoutVars>
      </dgm:prSet>
      <dgm:spPr/>
    </dgm:pt>
    <dgm:pt modelId="{FA04D11B-9906-493D-9DE0-57D2F5CD4E99}" type="pres">
      <dgm:prSet presAssocID="{E0B0E022-D95B-4F54-9DD9-898024880345}" presName="sibTrans" presStyleCnt="0"/>
      <dgm:spPr/>
    </dgm:pt>
    <dgm:pt modelId="{29441D88-6856-4D21-9A11-FA7D32723492}" type="pres">
      <dgm:prSet presAssocID="{AEEFF2ED-6186-4EBD-9B67-132B31C06D21}" presName="compNode" presStyleCnt="0"/>
      <dgm:spPr/>
    </dgm:pt>
    <dgm:pt modelId="{AB3473DD-53D8-49A9-A2C2-F62CFA36F67F}" type="pres">
      <dgm:prSet presAssocID="{AEEFF2ED-6186-4EBD-9B67-132B31C06D21}" presName="bgRect" presStyleLbl="bgShp" presStyleIdx="2" presStyleCnt="3"/>
      <dgm:spPr/>
    </dgm:pt>
    <dgm:pt modelId="{C4474EF7-0265-4012-AE40-18DD6AC744F8}" type="pres">
      <dgm:prSet presAssocID="{AEEFF2ED-6186-4EBD-9B67-132B31C06D2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FD6B52A1-65D3-4FDA-A0C2-6EB84ACF2677}" type="pres">
      <dgm:prSet presAssocID="{AEEFF2ED-6186-4EBD-9B67-132B31C06D21}" presName="spaceRect" presStyleCnt="0"/>
      <dgm:spPr/>
    </dgm:pt>
    <dgm:pt modelId="{642269E6-A4CA-4329-A944-7B7D603C887F}" type="pres">
      <dgm:prSet presAssocID="{AEEFF2ED-6186-4EBD-9B67-132B31C06D2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6ADCE35-2381-4C1B-B810-014CF521C5C2}" type="presOf" srcId="{644C83AD-F5C1-428B-B689-A9F1D97785F4}" destId="{2521144D-CF98-4AE4-9D35-AAC85B0818A2}" srcOrd="0" destOrd="0" presId="urn:microsoft.com/office/officeart/2018/2/layout/IconVerticalSolidList"/>
    <dgm:cxn modelId="{58181D67-5EFB-44BC-9518-1E2210748BC9}" type="presOf" srcId="{28E0A144-7400-4710-86FA-6533F4DB6731}" destId="{968EEB40-3508-458D-9CAE-F4752386C468}" srcOrd="0" destOrd="0" presId="urn:microsoft.com/office/officeart/2018/2/layout/IconVerticalSolidList"/>
    <dgm:cxn modelId="{E4BB5F4F-2434-4A21-A4B3-3975D9E2CEAD}" type="presOf" srcId="{AEEFF2ED-6186-4EBD-9B67-132B31C06D21}" destId="{642269E6-A4CA-4329-A944-7B7D603C887F}" srcOrd="0" destOrd="0" presId="urn:microsoft.com/office/officeart/2018/2/layout/IconVerticalSolidList"/>
    <dgm:cxn modelId="{BFD28C73-0F03-4EC7-8B9B-CF603790B7CC}" srcId="{CE2B76FB-1B39-4CBD-9BC2-06A23C4F8CC2}" destId="{644C83AD-F5C1-428B-B689-A9F1D97785F4}" srcOrd="0" destOrd="0" parTransId="{7004E027-0B47-4FA8-8FFE-0DA7D7E87E8A}" sibTransId="{176E039F-5A28-4677-8804-768DB9680267}"/>
    <dgm:cxn modelId="{485D5C56-F6DE-4D8E-A2F0-01AADBC8D6DF}" srcId="{CE2B76FB-1B39-4CBD-9BC2-06A23C4F8CC2}" destId="{28E0A144-7400-4710-86FA-6533F4DB6731}" srcOrd="1" destOrd="0" parTransId="{4CE9A590-6ACD-4157-BBE9-90842BB60DC4}" sibTransId="{E0B0E022-D95B-4F54-9DD9-898024880345}"/>
    <dgm:cxn modelId="{6313A056-254F-4613-A261-D7B7618A6B79}" type="presOf" srcId="{CE2B76FB-1B39-4CBD-9BC2-06A23C4F8CC2}" destId="{D9D7FDC6-92A8-41FA-96DA-2D52DB736142}" srcOrd="0" destOrd="0" presId="urn:microsoft.com/office/officeart/2018/2/layout/IconVerticalSolidList"/>
    <dgm:cxn modelId="{5EADE0DB-4541-46BD-B00C-107FFD4EB70C}" srcId="{CE2B76FB-1B39-4CBD-9BC2-06A23C4F8CC2}" destId="{AEEFF2ED-6186-4EBD-9B67-132B31C06D21}" srcOrd="2" destOrd="0" parTransId="{1E55E30B-0B11-49CC-9B43-BBBF0342452C}" sibTransId="{63B9186C-FD13-4169-B60B-878FE7B400AA}"/>
    <dgm:cxn modelId="{0E5D0B21-010D-4DE2-A86D-A766318D811A}" type="presParOf" srcId="{D9D7FDC6-92A8-41FA-96DA-2D52DB736142}" destId="{8E4AB060-6FBF-49D5-BAFE-A1E9B03DFAED}" srcOrd="0" destOrd="0" presId="urn:microsoft.com/office/officeart/2018/2/layout/IconVerticalSolidList"/>
    <dgm:cxn modelId="{F66967FD-C55B-4D29-B5F2-1DEE0EBE7F31}" type="presParOf" srcId="{8E4AB060-6FBF-49D5-BAFE-A1E9B03DFAED}" destId="{E8EBBF74-C13F-4CD0-A033-1BB6C087527E}" srcOrd="0" destOrd="0" presId="urn:microsoft.com/office/officeart/2018/2/layout/IconVerticalSolidList"/>
    <dgm:cxn modelId="{1375C3F1-40DA-41AA-B875-CBC89B21E9C0}" type="presParOf" srcId="{8E4AB060-6FBF-49D5-BAFE-A1E9B03DFAED}" destId="{CF593682-089E-4F9B-AC04-56EBAF8591B3}" srcOrd="1" destOrd="0" presId="urn:microsoft.com/office/officeart/2018/2/layout/IconVerticalSolidList"/>
    <dgm:cxn modelId="{2ED61B5F-C752-4468-A288-23C02556988F}" type="presParOf" srcId="{8E4AB060-6FBF-49D5-BAFE-A1E9B03DFAED}" destId="{0B8CC0AA-0D9D-42D0-846A-46B6A9DF90AD}" srcOrd="2" destOrd="0" presId="urn:microsoft.com/office/officeart/2018/2/layout/IconVerticalSolidList"/>
    <dgm:cxn modelId="{63C530C4-8E3A-4962-A401-577DB51E582E}" type="presParOf" srcId="{8E4AB060-6FBF-49D5-BAFE-A1E9B03DFAED}" destId="{2521144D-CF98-4AE4-9D35-AAC85B0818A2}" srcOrd="3" destOrd="0" presId="urn:microsoft.com/office/officeart/2018/2/layout/IconVerticalSolidList"/>
    <dgm:cxn modelId="{C89B1168-5547-4B03-824D-21DCD17EF449}" type="presParOf" srcId="{D9D7FDC6-92A8-41FA-96DA-2D52DB736142}" destId="{44C4B8A8-450A-4059-8C10-E2A3AEED558A}" srcOrd="1" destOrd="0" presId="urn:microsoft.com/office/officeart/2018/2/layout/IconVerticalSolidList"/>
    <dgm:cxn modelId="{BFE91358-7F0E-44AA-B342-7D9F7E40B191}" type="presParOf" srcId="{D9D7FDC6-92A8-41FA-96DA-2D52DB736142}" destId="{5021A823-A6A8-425D-8945-57836C8038EF}" srcOrd="2" destOrd="0" presId="urn:microsoft.com/office/officeart/2018/2/layout/IconVerticalSolidList"/>
    <dgm:cxn modelId="{130FBB4A-F224-4BD2-8050-AF4DA55EFC08}" type="presParOf" srcId="{5021A823-A6A8-425D-8945-57836C8038EF}" destId="{94AD946D-2B55-480D-B67E-65369C69AF11}" srcOrd="0" destOrd="0" presId="urn:microsoft.com/office/officeart/2018/2/layout/IconVerticalSolidList"/>
    <dgm:cxn modelId="{B5FE3EB0-8852-4188-890D-A203B1D4E9DD}" type="presParOf" srcId="{5021A823-A6A8-425D-8945-57836C8038EF}" destId="{8C9132EE-3EF4-4DCA-9510-934F1D83E34B}" srcOrd="1" destOrd="0" presId="urn:microsoft.com/office/officeart/2018/2/layout/IconVerticalSolidList"/>
    <dgm:cxn modelId="{6263D093-64DE-463B-84FA-868B5077A279}" type="presParOf" srcId="{5021A823-A6A8-425D-8945-57836C8038EF}" destId="{1B0992B9-4E7E-4715-875E-F120382C7F90}" srcOrd="2" destOrd="0" presId="urn:microsoft.com/office/officeart/2018/2/layout/IconVerticalSolidList"/>
    <dgm:cxn modelId="{46FB8761-4CFD-458E-B880-6579AC84C814}" type="presParOf" srcId="{5021A823-A6A8-425D-8945-57836C8038EF}" destId="{968EEB40-3508-458D-9CAE-F4752386C468}" srcOrd="3" destOrd="0" presId="urn:microsoft.com/office/officeart/2018/2/layout/IconVerticalSolidList"/>
    <dgm:cxn modelId="{E8BB3333-0D4C-4149-B866-9189633B4E65}" type="presParOf" srcId="{D9D7FDC6-92A8-41FA-96DA-2D52DB736142}" destId="{FA04D11B-9906-493D-9DE0-57D2F5CD4E99}" srcOrd="3" destOrd="0" presId="urn:microsoft.com/office/officeart/2018/2/layout/IconVerticalSolidList"/>
    <dgm:cxn modelId="{5619B855-1EA6-4D31-9DA4-4BBB0F7BB56B}" type="presParOf" srcId="{D9D7FDC6-92A8-41FA-96DA-2D52DB736142}" destId="{29441D88-6856-4D21-9A11-FA7D32723492}" srcOrd="4" destOrd="0" presId="urn:microsoft.com/office/officeart/2018/2/layout/IconVerticalSolidList"/>
    <dgm:cxn modelId="{9BFFAE86-CD2E-4494-A076-8C6411242ACF}" type="presParOf" srcId="{29441D88-6856-4D21-9A11-FA7D32723492}" destId="{AB3473DD-53D8-49A9-A2C2-F62CFA36F67F}" srcOrd="0" destOrd="0" presId="urn:microsoft.com/office/officeart/2018/2/layout/IconVerticalSolidList"/>
    <dgm:cxn modelId="{93176194-AE11-495D-BAED-7D239CD232D1}" type="presParOf" srcId="{29441D88-6856-4D21-9A11-FA7D32723492}" destId="{C4474EF7-0265-4012-AE40-18DD6AC744F8}" srcOrd="1" destOrd="0" presId="urn:microsoft.com/office/officeart/2018/2/layout/IconVerticalSolidList"/>
    <dgm:cxn modelId="{9140A75C-6399-4E16-A093-EDA16F016CFE}" type="presParOf" srcId="{29441D88-6856-4D21-9A11-FA7D32723492}" destId="{FD6B52A1-65D3-4FDA-A0C2-6EB84ACF2677}" srcOrd="2" destOrd="0" presId="urn:microsoft.com/office/officeart/2018/2/layout/IconVerticalSolidList"/>
    <dgm:cxn modelId="{6D73D4FB-30C4-404A-A42B-EC9F10814BFB}" type="presParOf" srcId="{29441D88-6856-4D21-9A11-FA7D32723492}" destId="{642269E6-A4CA-4329-A944-7B7D603C88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0C1ACC-3DF6-430B-A8C4-72FC9E91AA69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89A5A9B-45AA-4FF4-A1DD-EEA30DF66B83}">
      <dgm:prSet/>
      <dgm:spPr/>
      <dgm:t>
        <a:bodyPr/>
        <a:lstStyle/>
        <a:p>
          <a:r>
            <a:rPr lang="en-GB"/>
            <a:t>Set up environment with Docker, Git, Python 3.8+, </a:t>
          </a:r>
          <a:r>
            <a:rPr lang="en-GB" err="1"/>
            <a:t>gRPC</a:t>
          </a:r>
          <a:r>
            <a:rPr lang="en-GB"/>
            <a:t>, </a:t>
          </a:r>
          <a:r>
            <a:rPr lang="en-GB" err="1"/>
            <a:t>protobuf</a:t>
          </a:r>
          <a:r>
            <a:rPr lang="en-GB"/>
            <a:t>.</a:t>
          </a:r>
          <a:endParaRPr lang="en-US"/>
        </a:p>
      </dgm:t>
    </dgm:pt>
    <dgm:pt modelId="{B35DD009-DBAA-4584-AE82-6E2DC4413887}" type="parTrans" cxnId="{149692A8-DD3A-40F9-9C92-ACA46B722357}">
      <dgm:prSet/>
      <dgm:spPr/>
      <dgm:t>
        <a:bodyPr/>
        <a:lstStyle/>
        <a:p>
          <a:endParaRPr lang="en-US"/>
        </a:p>
      </dgm:t>
    </dgm:pt>
    <dgm:pt modelId="{FF1ACCAC-D9DD-4D29-878C-8C1A90743E7A}" type="sibTrans" cxnId="{149692A8-DD3A-40F9-9C92-ACA46B722357}">
      <dgm:prSet/>
      <dgm:spPr/>
      <dgm:t>
        <a:bodyPr/>
        <a:lstStyle/>
        <a:p>
          <a:endParaRPr lang="en-US"/>
        </a:p>
      </dgm:t>
    </dgm:pt>
    <dgm:pt modelId="{F37BD17C-ED03-4FC4-A271-BF708EAA508F}">
      <dgm:prSet/>
      <dgm:spPr/>
      <dgm:t>
        <a:bodyPr/>
        <a:lstStyle/>
        <a:p>
          <a:r>
            <a:rPr lang="en-GB"/>
            <a:t>Defined/compiled </a:t>
          </a:r>
          <a:r>
            <a:rPr lang="en-GB" err="1"/>
            <a:t>gRPC</a:t>
          </a:r>
          <a:r>
            <a:rPr lang="en-GB"/>
            <a:t> .proto files for communication.</a:t>
          </a:r>
          <a:endParaRPr lang="en-US"/>
        </a:p>
      </dgm:t>
    </dgm:pt>
    <dgm:pt modelId="{B33358D3-421C-484A-8052-B1165C7D0450}" type="parTrans" cxnId="{3A062055-F839-4D9A-A5BB-849C43B90FF7}">
      <dgm:prSet/>
      <dgm:spPr/>
      <dgm:t>
        <a:bodyPr/>
        <a:lstStyle/>
        <a:p>
          <a:endParaRPr lang="en-US"/>
        </a:p>
      </dgm:t>
    </dgm:pt>
    <dgm:pt modelId="{27A538CD-09FE-4324-AFAF-941C02B333E6}" type="sibTrans" cxnId="{3A062055-F839-4D9A-A5BB-849C43B90FF7}">
      <dgm:prSet/>
      <dgm:spPr/>
      <dgm:t>
        <a:bodyPr/>
        <a:lstStyle/>
        <a:p>
          <a:endParaRPr lang="en-US"/>
        </a:p>
      </dgm:t>
    </dgm:pt>
    <dgm:pt modelId="{BBBED13E-AA11-4B0C-976C-C66321F3B0DD}">
      <dgm:prSet/>
      <dgm:spPr/>
      <dgm:t>
        <a:bodyPr/>
        <a:lstStyle/>
        <a:p>
          <a:r>
            <a:rPr lang="en-GB"/>
            <a:t>Built and containerized microservices.</a:t>
          </a:r>
          <a:endParaRPr lang="en-US"/>
        </a:p>
      </dgm:t>
    </dgm:pt>
    <dgm:pt modelId="{B3195FDA-E166-492A-A4A3-1AF0183D8D8F}" type="parTrans" cxnId="{0302F1C3-1D6F-4051-95C8-660E1910D681}">
      <dgm:prSet/>
      <dgm:spPr/>
      <dgm:t>
        <a:bodyPr/>
        <a:lstStyle/>
        <a:p>
          <a:endParaRPr lang="en-US"/>
        </a:p>
      </dgm:t>
    </dgm:pt>
    <dgm:pt modelId="{90F8EB62-9C0C-4A35-9F70-39F946928F48}" type="sibTrans" cxnId="{0302F1C3-1D6F-4051-95C8-660E1910D681}">
      <dgm:prSet/>
      <dgm:spPr/>
      <dgm:t>
        <a:bodyPr/>
        <a:lstStyle/>
        <a:p>
          <a:endParaRPr lang="en-US"/>
        </a:p>
      </dgm:t>
    </dgm:pt>
    <dgm:pt modelId="{752183AC-AD83-49B9-9EBD-53605DC8B3AC}">
      <dgm:prSet/>
      <dgm:spPr/>
      <dgm:t>
        <a:bodyPr/>
        <a:lstStyle/>
        <a:p>
          <a:r>
            <a:rPr lang="en-GB"/>
            <a:t>Deployed services and onboard it to AI4EU Designer. </a:t>
          </a:r>
          <a:endParaRPr lang="en-US"/>
        </a:p>
      </dgm:t>
    </dgm:pt>
    <dgm:pt modelId="{3E9542FB-346E-4AFD-AE73-F80C3F69C0A6}" type="parTrans" cxnId="{FF06D4D2-6BA5-4DF3-912C-4CFEE4D4A319}">
      <dgm:prSet/>
      <dgm:spPr/>
      <dgm:t>
        <a:bodyPr/>
        <a:lstStyle/>
        <a:p>
          <a:endParaRPr lang="en-US"/>
        </a:p>
      </dgm:t>
    </dgm:pt>
    <dgm:pt modelId="{B6C71384-E352-42D6-97ED-A2F97CB53771}" type="sibTrans" cxnId="{FF06D4D2-6BA5-4DF3-912C-4CFEE4D4A319}">
      <dgm:prSet/>
      <dgm:spPr/>
      <dgm:t>
        <a:bodyPr/>
        <a:lstStyle/>
        <a:p>
          <a:endParaRPr lang="en-US"/>
        </a:p>
      </dgm:t>
    </dgm:pt>
    <dgm:pt modelId="{CC0C8B3D-1800-4B6D-8004-028DF25C2044}">
      <dgm:prSet/>
      <dgm:spPr/>
      <dgm:t>
        <a:bodyPr/>
        <a:lstStyle/>
        <a:p>
          <a:pPr rtl="0"/>
          <a:r>
            <a:rPr lang="en-GB">
              <a:latin typeface="Calibri Light" panose="020F0302020204030204"/>
            </a:rPr>
            <a:t>Validation - End-to-end</a:t>
          </a:r>
          <a:r>
            <a:rPr lang="en-GB"/>
            <a:t> data flow tested (CSV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→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Model Training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→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Prediction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→</a:t>
          </a:r>
          <a:r>
            <a:rPr lang="en-GB">
              <a:latin typeface="Calibri Light" panose="020F0302020204030204"/>
            </a:rPr>
            <a:t> </a:t>
          </a:r>
          <a:r>
            <a:rPr lang="en-GB"/>
            <a:t>Output CSV).</a:t>
          </a:r>
          <a:endParaRPr lang="en-US"/>
        </a:p>
      </dgm:t>
    </dgm:pt>
    <dgm:pt modelId="{C60BBAE5-4A16-4A6C-BB99-4AB3803FBCE5}" type="parTrans" cxnId="{50B28A09-218D-4A0B-B7CC-0E75F52A35A9}">
      <dgm:prSet/>
      <dgm:spPr/>
      <dgm:t>
        <a:bodyPr/>
        <a:lstStyle/>
        <a:p>
          <a:endParaRPr lang="en-US"/>
        </a:p>
      </dgm:t>
    </dgm:pt>
    <dgm:pt modelId="{31EACAD5-9C0D-453B-90F8-7BAAC446640C}" type="sibTrans" cxnId="{50B28A09-218D-4A0B-B7CC-0E75F52A35A9}">
      <dgm:prSet/>
      <dgm:spPr/>
      <dgm:t>
        <a:bodyPr/>
        <a:lstStyle/>
        <a:p>
          <a:endParaRPr lang="en-US"/>
        </a:p>
      </dgm:t>
    </dgm:pt>
    <dgm:pt modelId="{E6B2EDDE-7B0C-444C-82D3-146DD313C71C}" type="pres">
      <dgm:prSet presAssocID="{9C0C1ACC-3DF6-430B-A8C4-72FC9E91AA69}" presName="diagram" presStyleCnt="0">
        <dgm:presLayoutVars>
          <dgm:dir/>
          <dgm:resizeHandles val="exact"/>
        </dgm:presLayoutVars>
      </dgm:prSet>
      <dgm:spPr/>
    </dgm:pt>
    <dgm:pt modelId="{1C0B8D3F-2654-4D81-B04D-1513F6ADE6C6}" type="pres">
      <dgm:prSet presAssocID="{589A5A9B-45AA-4FF4-A1DD-EEA30DF66B83}" presName="node" presStyleLbl="node1" presStyleIdx="0" presStyleCnt="5">
        <dgm:presLayoutVars>
          <dgm:bulletEnabled val="1"/>
        </dgm:presLayoutVars>
      </dgm:prSet>
      <dgm:spPr/>
    </dgm:pt>
    <dgm:pt modelId="{0AAC2160-1C37-4CC9-975A-A7AE26D449C0}" type="pres">
      <dgm:prSet presAssocID="{FF1ACCAC-D9DD-4D29-878C-8C1A90743E7A}" presName="sibTrans" presStyleLbl="sibTrans2D1" presStyleIdx="0" presStyleCnt="4"/>
      <dgm:spPr/>
    </dgm:pt>
    <dgm:pt modelId="{572320CF-5CAA-471B-8229-C924BBB48235}" type="pres">
      <dgm:prSet presAssocID="{FF1ACCAC-D9DD-4D29-878C-8C1A90743E7A}" presName="connectorText" presStyleLbl="sibTrans2D1" presStyleIdx="0" presStyleCnt="4"/>
      <dgm:spPr/>
    </dgm:pt>
    <dgm:pt modelId="{226BA57A-172D-4B7B-BB39-87BD32C3B7F6}" type="pres">
      <dgm:prSet presAssocID="{F37BD17C-ED03-4FC4-A271-BF708EAA508F}" presName="node" presStyleLbl="node1" presStyleIdx="1" presStyleCnt="5">
        <dgm:presLayoutVars>
          <dgm:bulletEnabled val="1"/>
        </dgm:presLayoutVars>
      </dgm:prSet>
      <dgm:spPr/>
    </dgm:pt>
    <dgm:pt modelId="{1F5A0112-4D6B-46B4-A7BD-4043200845CA}" type="pres">
      <dgm:prSet presAssocID="{27A538CD-09FE-4324-AFAF-941C02B333E6}" presName="sibTrans" presStyleLbl="sibTrans2D1" presStyleIdx="1" presStyleCnt="4"/>
      <dgm:spPr/>
    </dgm:pt>
    <dgm:pt modelId="{9006D2B8-8409-4CD9-95A3-5051E9A3BC0B}" type="pres">
      <dgm:prSet presAssocID="{27A538CD-09FE-4324-AFAF-941C02B333E6}" presName="connectorText" presStyleLbl="sibTrans2D1" presStyleIdx="1" presStyleCnt="4"/>
      <dgm:spPr/>
    </dgm:pt>
    <dgm:pt modelId="{CF1361B4-4188-4359-A0E0-0B91D7FAFAE5}" type="pres">
      <dgm:prSet presAssocID="{BBBED13E-AA11-4B0C-976C-C66321F3B0DD}" presName="node" presStyleLbl="node1" presStyleIdx="2" presStyleCnt="5">
        <dgm:presLayoutVars>
          <dgm:bulletEnabled val="1"/>
        </dgm:presLayoutVars>
      </dgm:prSet>
      <dgm:spPr/>
    </dgm:pt>
    <dgm:pt modelId="{D387013D-39A4-44D9-B7FE-9333A2569109}" type="pres">
      <dgm:prSet presAssocID="{90F8EB62-9C0C-4A35-9F70-39F946928F48}" presName="sibTrans" presStyleLbl="sibTrans2D1" presStyleIdx="2" presStyleCnt="4"/>
      <dgm:spPr/>
    </dgm:pt>
    <dgm:pt modelId="{61DBACE2-1CBA-45A5-8099-FC69764AD5F8}" type="pres">
      <dgm:prSet presAssocID="{90F8EB62-9C0C-4A35-9F70-39F946928F48}" presName="connectorText" presStyleLbl="sibTrans2D1" presStyleIdx="2" presStyleCnt="4"/>
      <dgm:spPr/>
    </dgm:pt>
    <dgm:pt modelId="{F737A92E-5298-40A3-9946-CB44DB3AC92D}" type="pres">
      <dgm:prSet presAssocID="{752183AC-AD83-49B9-9EBD-53605DC8B3AC}" presName="node" presStyleLbl="node1" presStyleIdx="3" presStyleCnt="5">
        <dgm:presLayoutVars>
          <dgm:bulletEnabled val="1"/>
        </dgm:presLayoutVars>
      </dgm:prSet>
      <dgm:spPr/>
    </dgm:pt>
    <dgm:pt modelId="{D055BBAE-0701-4064-803C-C171A7767056}" type="pres">
      <dgm:prSet presAssocID="{B6C71384-E352-42D6-97ED-A2F97CB53771}" presName="sibTrans" presStyleLbl="sibTrans2D1" presStyleIdx="3" presStyleCnt="4"/>
      <dgm:spPr/>
    </dgm:pt>
    <dgm:pt modelId="{19A7F1B6-41C6-4884-9BEA-67EF29B0BDD9}" type="pres">
      <dgm:prSet presAssocID="{B6C71384-E352-42D6-97ED-A2F97CB53771}" presName="connectorText" presStyleLbl="sibTrans2D1" presStyleIdx="3" presStyleCnt="4"/>
      <dgm:spPr/>
    </dgm:pt>
    <dgm:pt modelId="{20A47B24-299D-42A9-9831-69DC07062710}" type="pres">
      <dgm:prSet presAssocID="{CC0C8B3D-1800-4B6D-8004-028DF25C2044}" presName="node" presStyleLbl="node1" presStyleIdx="4" presStyleCnt="5">
        <dgm:presLayoutVars>
          <dgm:bulletEnabled val="1"/>
        </dgm:presLayoutVars>
      </dgm:prSet>
      <dgm:spPr/>
    </dgm:pt>
  </dgm:ptLst>
  <dgm:cxnLst>
    <dgm:cxn modelId="{50B28A09-218D-4A0B-B7CC-0E75F52A35A9}" srcId="{9C0C1ACC-3DF6-430B-A8C4-72FC9E91AA69}" destId="{CC0C8B3D-1800-4B6D-8004-028DF25C2044}" srcOrd="4" destOrd="0" parTransId="{C60BBAE5-4A16-4A6C-BB99-4AB3803FBCE5}" sibTransId="{31EACAD5-9C0D-453B-90F8-7BAAC446640C}"/>
    <dgm:cxn modelId="{CFB5B611-98DE-4CAF-B6F0-8ED19F0781CF}" type="presOf" srcId="{27A538CD-09FE-4324-AFAF-941C02B333E6}" destId="{9006D2B8-8409-4CD9-95A3-5051E9A3BC0B}" srcOrd="1" destOrd="0" presId="urn:microsoft.com/office/officeart/2005/8/layout/process5"/>
    <dgm:cxn modelId="{B4D89513-0AA2-4AFB-80A1-09D8BCE9B006}" type="presOf" srcId="{F37BD17C-ED03-4FC4-A271-BF708EAA508F}" destId="{226BA57A-172D-4B7B-BB39-87BD32C3B7F6}" srcOrd="0" destOrd="0" presId="urn:microsoft.com/office/officeart/2005/8/layout/process5"/>
    <dgm:cxn modelId="{86EC3F22-82CF-4E34-8E8D-9512FCA7CA9D}" type="presOf" srcId="{90F8EB62-9C0C-4A35-9F70-39F946928F48}" destId="{D387013D-39A4-44D9-B7FE-9333A2569109}" srcOrd="0" destOrd="0" presId="urn:microsoft.com/office/officeart/2005/8/layout/process5"/>
    <dgm:cxn modelId="{C787CF29-8DAF-4916-9AB5-B36F7E35A180}" type="presOf" srcId="{90F8EB62-9C0C-4A35-9F70-39F946928F48}" destId="{61DBACE2-1CBA-45A5-8099-FC69764AD5F8}" srcOrd="1" destOrd="0" presId="urn:microsoft.com/office/officeart/2005/8/layout/process5"/>
    <dgm:cxn modelId="{CA3A0A33-C098-4D07-8B00-FE04884A306D}" type="presOf" srcId="{B6C71384-E352-42D6-97ED-A2F97CB53771}" destId="{D055BBAE-0701-4064-803C-C171A7767056}" srcOrd="0" destOrd="0" presId="urn:microsoft.com/office/officeart/2005/8/layout/process5"/>
    <dgm:cxn modelId="{0E3E343C-DCCA-4CA6-AAF0-B3FA3ADCEDE4}" type="presOf" srcId="{589A5A9B-45AA-4FF4-A1DD-EEA30DF66B83}" destId="{1C0B8D3F-2654-4D81-B04D-1513F6ADE6C6}" srcOrd="0" destOrd="0" presId="urn:microsoft.com/office/officeart/2005/8/layout/process5"/>
    <dgm:cxn modelId="{3A062055-F839-4D9A-A5BB-849C43B90FF7}" srcId="{9C0C1ACC-3DF6-430B-A8C4-72FC9E91AA69}" destId="{F37BD17C-ED03-4FC4-A271-BF708EAA508F}" srcOrd="1" destOrd="0" parTransId="{B33358D3-421C-484A-8052-B1165C7D0450}" sibTransId="{27A538CD-09FE-4324-AFAF-941C02B333E6}"/>
    <dgm:cxn modelId="{0385789D-AFB1-4E4C-B757-B0596E2B4C18}" type="presOf" srcId="{752183AC-AD83-49B9-9EBD-53605DC8B3AC}" destId="{F737A92E-5298-40A3-9946-CB44DB3AC92D}" srcOrd="0" destOrd="0" presId="urn:microsoft.com/office/officeart/2005/8/layout/process5"/>
    <dgm:cxn modelId="{94AF17A5-0B14-4548-917E-9AD73DF2E3AB}" type="presOf" srcId="{BBBED13E-AA11-4B0C-976C-C66321F3B0DD}" destId="{CF1361B4-4188-4359-A0E0-0B91D7FAFAE5}" srcOrd="0" destOrd="0" presId="urn:microsoft.com/office/officeart/2005/8/layout/process5"/>
    <dgm:cxn modelId="{149692A8-DD3A-40F9-9C92-ACA46B722357}" srcId="{9C0C1ACC-3DF6-430B-A8C4-72FC9E91AA69}" destId="{589A5A9B-45AA-4FF4-A1DD-EEA30DF66B83}" srcOrd="0" destOrd="0" parTransId="{B35DD009-DBAA-4584-AE82-6E2DC4413887}" sibTransId="{FF1ACCAC-D9DD-4D29-878C-8C1A90743E7A}"/>
    <dgm:cxn modelId="{7CD99FAD-36C7-4A2D-B6BC-26F2DE5C79DC}" type="presOf" srcId="{CC0C8B3D-1800-4B6D-8004-028DF25C2044}" destId="{20A47B24-299D-42A9-9831-69DC07062710}" srcOrd="0" destOrd="0" presId="urn:microsoft.com/office/officeart/2005/8/layout/process5"/>
    <dgm:cxn modelId="{0302F1C3-1D6F-4051-95C8-660E1910D681}" srcId="{9C0C1ACC-3DF6-430B-A8C4-72FC9E91AA69}" destId="{BBBED13E-AA11-4B0C-976C-C66321F3B0DD}" srcOrd="2" destOrd="0" parTransId="{B3195FDA-E166-492A-A4A3-1AF0183D8D8F}" sibTransId="{90F8EB62-9C0C-4A35-9F70-39F946928F48}"/>
    <dgm:cxn modelId="{980494CD-8126-464A-8489-A66562C71B1A}" type="presOf" srcId="{27A538CD-09FE-4324-AFAF-941C02B333E6}" destId="{1F5A0112-4D6B-46B4-A7BD-4043200845CA}" srcOrd="0" destOrd="0" presId="urn:microsoft.com/office/officeart/2005/8/layout/process5"/>
    <dgm:cxn modelId="{884426CF-C417-42FD-A5DF-BAC3DED54BE8}" type="presOf" srcId="{B6C71384-E352-42D6-97ED-A2F97CB53771}" destId="{19A7F1B6-41C6-4884-9BEA-67EF29B0BDD9}" srcOrd="1" destOrd="0" presId="urn:microsoft.com/office/officeart/2005/8/layout/process5"/>
    <dgm:cxn modelId="{FF06D4D2-6BA5-4DF3-912C-4CFEE4D4A319}" srcId="{9C0C1ACC-3DF6-430B-A8C4-72FC9E91AA69}" destId="{752183AC-AD83-49B9-9EBD-53605DC8B3AC}" srcOrd="3" destOrd="0" parTransId="{3E9542FB-346E-4AFD-AE73-F80C3F69C0A6}" sibTransId="{B6C71384-E352-42D6-97ED-A2F97CB53771}"/>
    <dgm:cxn modelId="{349FB4D3-0597-43C1-9C5D-D093160429EA}" type="presOf" srcId="{FF1ACCAC-D9DD-4D29-878C-8C1A90743E7A}" destId="{572320CF-5CAA-471B-8229-C924BBB48235}" srcOrd="1" destOrd="0" presId="urn:microsoft.com/office/officeart/2005/8/layout/process5"/>
    <dgm:cxn modelId="{8421CDE7-D6EF-4DEC-A46F-5AC8913532B8}" type="presOf" srcId="{9C0C1ACC-3DF6-430B-A8C4-72FC9E91AA69}" destId="{E6B2EDDE-7B0C-444C-82D3-146DD313C71C}" srcOrd="0" destOrd="0" presId="urn:microsoft.com/office/officeart/2005/8/layout/process5"/>
    <dgm:cxn modelId="{781CC3F6-A6DA-4477-9308-D9B75FDC888E}" type="presOf" srcId="{FF1ACCAC-D9DD-4D29-878C-8C1A90743E7A}" destId="{0AAC2160-1C37-4CC9-975A-A7AE26D449C0}" srcOrd="0" destOrd="0" presId="urn:microsoft.com/office/officeart/2005/8/layout/process5"/>
    <dgm:cxn modelId="{DF620750-BC36-4BAB-995D-C084114FA273}" type="presParOf" srcId="{E6B2EDDE-7B0C-444C-82D3-146DD313C71C}" destId="{1C0B8D3F-2654-4D81-B04D-1513F6ADE6C6}" srcOrd="0" destOrd="0" presId="urn:microsoft.com/office/officeart/2005/8/layout/process5"/>
    <dgm:cxn modelId="{5D1C954D-6775-44DB-9B7D-ED20AE623BA9}" type="presParOf" srcId="{E6B2EDDE-7B0C-444C-82D3-146DD313C71C}" destId="{0AAC2160-1C37-4CC9-975A-A7AE26D449C0}" srcOrd="1" destOrd="0" presId="urn:microsoft.com/office/officeart/2005/8/layout/process5"/>
    <dgm:cxn modelId="{147A64B4-105A-4A48-AF40-B9E5C094C7A5}" type="presParOf" srcId="{0AAC2160-1C37-4CC9-975A-A7AE26D449C0}" destId="{572320CF-5CAA-471B-8229-C924BBB48235}" srcOrd="0" destOrd="0" presId="urn:microsoft.com/office/officeart/2005/8/layout/process5"/>
    <dgm:cxn modelId="{A5D3BE45-6601-4AE5-985B-079EC04E46A9}" type="presParOf" srcId="{E6B2EDDE-7B0C-444C-82D3-146DD313C71C}" destId="{226BA57A-172D-4B7B-BB39-87BD32C3B7F6}" srcOrd="2" destOrd="0" presId="urn:microsoft.com/office/officeart/2005/8/layout/process5"/>
    <dgm:cxn modelId="{40856FC7-71BA-4ACA-9587-0A2BC8744134}" type="presParOf" srcId="{E6B2EDDE-7B0C-444C-82D3-146DD313C71C}" destId="{1F5A0112-4D6B-46B4-A7BD-4043200845CA}" srcOrd="3" destOrd="0" presId="urn:microsoft.com/office/officeart/2005/8/layout/process5"/>
    <dgm:cxn modelId="{4576F1FD-3E10-4E38-8D34-DCE0E6F46079}" type="presParOf" srcId="{1F5A0112-4D6B-46B4-A7BD-4043200845CA}" destId="{9006D2B8-8409-4CD9-95A3-5051E9A3BC0B}" srcOrd="0" destOrd="0" presId="urn:microsoft.com/office/officeart/2005/8/layout/process5"/>
    <dgm:cxn modelId="{1D5D82F0-9734-4319-96F7-756590995ED3}" type="presParOf" srcId="{E6B2EDDE-7B0C-444C-82D3-146DD313C71C}" destId="{CF1361B4-4188-4359-A0E0-0B91D7FAFAE5}" srcOrd="4" destOrd="0" presId="urn:microsoft.com/office/officeart/2005/8/layout/process5"/>
    <dgm:cxn modelId="{82228F58-6A7F-4DE1-B86B-8881CA4B4926}" type="presParOf" srcId="{E6B2EDDE-7B0C-444C-82D3-146DD313C71C}" destId="{D387013D-39A4-44D9-B7FE-9333A2569109}" srcOrd="5" destOrd="0" presId="urn:microsoft.com/office/officeart/2005/8/layout/process5"/>
    <dgm:cxn modelId="{B8C4AAC3-63CB-449B-BC06-142030E6F6CA}" type="presParOf" srcId="{D387013D-39A4-44D9-B7FE-9333A2569109}" destId="{61DBACE2-1CBA-45A5-8099-FC69764AD5F8}" srcOrd="0" destOrd="0" presId="urn:microsoft.com/office/officeart/2005/8/layout/process5"/>
    <dgm:cxn modelId="{68CC9769-712A-48DF-A923-2A1917DCD173}" type="presParOf" srcId="{E6B2EDDE-7B0C-444C-82D3-146DD313C71C}" destId="{F737A92E-5298-40A3-9946-CB44DB3AC92D}" srcOrd="6" destOrd="0" presId="urn:microsoft.com/office/officeart/2005/8/layout/process5"/>
    <dgm:cxn modelId="{64D9BA8E-608B-4127-A57E-29984942C461}" type="presParOf" srcId="{E6B2EDDE-7B0C-444C-82D3-146DD313C71C}" destId="{D055BBAE-0701-4064-803C-C171A7767056}" srcOrd="7" destOrd="0" presId="urn:microsoft.com/office/officeart/2005/8/layout/process5"/>
    <dgm:cxn modelId="{18788A4A-FEA5-4D74-A335-17135F1302EA}" type="presParOf" srcId="{D055BBAE-0701-4064-803C-C171A7767056}" destId="{19A7F1B6-41C6-4884-9BEA-67EF29B0BDD9}" srcOrd="0" destOrd="0" presId="urn:microsoft.com/office/officeart/2005/8/layout/process5"/>
    <dgm:cxn modelId="{45ED8A4A-4AA2-4A42-911E-B133042012AB}" type="presParOf" srcId="{E6B2EDDE-7B0C-444C-82D3-146DD313C71C}" destId="{20A47B24-299D-42A9-9831-69DC07062710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C2956E-D629-4862-B5E3-E72265E528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74184FB8-6D02-47ED-BFAC-49D25459745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Existing AI platforms (Azure ML) require advanced DevOps skills.</a:t>
          </a:r>
          <a:endParaRPr lang="en-US"/>
        </a:p>
      </dgm:t>
    </dgm:pt>
    <dgm:pt modelId="{59E3A3DB-821A-4B3B-86D1-D4D203622A0E}" type="parTrans" cxnId="{B89201D9-2053-4CF8-B5C2-67DF0C7014E4}">
      <dgm:prSet/>
      <dgm:spPr/>
      <dgm:t>
        <a:bodyPr/>
        <a:lstStyle/>
        <a:p>
          <a:endParaRPr lang="en-US"/>
        </a:p>
      </dgm:t>
    </dgm:pt>
    <dgm:pt modelId="{64C5C477-B290-493E-BEF5-D5B8E0242BE3}" type="sibTrans" cxnId="{B89201D9-2053-4CF8-B5C2-67DF0C7014E4}">
      <dgm:prSet/>
      <dgm:spPr/>
      <dgm:t>
        <a:bodyPr/>
        <a:lstStyle/>
        <a:p>
          <a:endParaRPr lang="en-US"/>
        </a:p>
      </dgm:t>
    </dgm:pt>
    <dgm:pt modelId="{C2D6B502-1D2B-46A2-B5EC-82D000171C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Modular microservice architectures and containerization (Docker) enable scalable, portable AI workflows.</a:t>
          </a:r>
          <a:endParaRPr lang="en-US"/>
        </a:p>
      </dgm:t>
    </dgm:pt>
    <dgm:pt modelId="{BA66E019-DABD-448E-A9CF-EAAEC130830B}" type="parTrans" cxnId="{96A770D5-EEA1-45F7-93ED-7D61AB608CF7}">
      <dgm:prSet/>
      <dgm:spPr/>
      <dgm:t>
        <a:bodyPr/>
        <a:lstStyle/>
        <a:p>
          <a:endParaRPr lang="en-US"/>
        </a:p>
      </dgm:t>
    </dgm:pt>
    <dgm:pt modelId="{F4648D8A-03F3-48E3-9AEE-1C7E9DED123B}" type="sibTrans" cxnId="{96A770D5-EEA1-45F7-93ED-7D61AB608CF7}">
      <dgm:prSet/>
      <dgm:spPr/>
      <dgm:t>
        <a:bodyPr/>
        <a:lstStyle/>
        <a:p>
          <a:endParaRPr lang="en-US"/>
        </a:p>
      </dgm:t>
    </dgm:pt>
    <dgm:pt modelId="{F7669078-AD6A-4DED-95C0-A82C6FAA9E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Communication via gRPC and Protocol Buffers ensures efficient, language-neutral interoperability between services.</a:t>
          </a:r>
          <a:endParaRPr lang="en-US"/>
        </a:p>
      </dgm:t>
    </dgm:pt>
    <dgm:pt modelId="{13B106B4-470F-4A74-90A6-A796F5936339}" type="parTrans" cxnId="{221891B9-A2EA-40B6-BA73-14B287046213}">
      <dgm:prSet/>
      <dgm:spPr/>
      <dgm:t>
        <a:bodyPr/>
        <a:lstStyle/>
        <a:p>
          <a:endParaRPr lang="en-US"/>
        </a:p>
      </dgm:t>
    </dgm:pt>
    <dgm:pt modelId="{117F6A29-6D5D-4147-821A-C203670C627D}" type="sibTrans" cxnId="{221891B9-A2EA-40B6-BA73-14B287046213}">
      <dgm:prSet/>
      <dgm:spPr/>
      <dgm:t>
        <a:bodyPr/>
        <a:lstStyle/>
        <a:p>
          <a:endParaRPr lang="en-US"/>
        </a:p>
      </dgm:t>
    </dgm:pt>
    <dgm:pt modelId="{05523520-B322-4AB0-857A-95FF8F3411D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Challenges remain: onboarding complexity, lack of automation, and limited real-time data handling.</a:t>
          </a:r>
          <a:endParaRPr lang="en-US"/>
        </a:p>
      </dgm:t>
    </dgm:pt>
    <dgm:pt modelId="{E8BF70D6-A87B-4CF1-975A-7F8AC97384FF}" type="parTrans" cxnId="{78BFB58B-43E9-47B8-8698-3224D82EDBD0}">
      <dgm:prSet/>
      <dgm:spPr/>
      <dgm:t>
        <a:bodyPr/>
        <a:lstStyle/>
        <a:p>
          <a:endParaRPr lang="en-US"/>
        </a:p>
      </dgm:t>
    </dgm:pt>
    <dgm:pt modelId="{679517D6-51AC-40A2-BEC1-AD1A32A79E65}" type="sibTrans" cxnId="{78BFB58B-43E9-47B8-8698-3224D82EDBD0}">
      <dgm:prSet/>
      <dgm:spPr/>
      <dgm:t>
        <a:bodyPr/>
        <a:lstStyle/>
        <a:p>
          <a:endParaRPr lang="en-US"/>
        </a:p>
      </dgm:t>
    </dgm:pt>
    <dgm:pt modelId="{6E072F6C-672C-4CC4-B809-393D25BE9951}" type="pres">
      <dgm:prSet presAssocID="{04C2956E-D629-4862-B5E3-E72265E52890}" presName="root" presStyleCnt="0">
        <dgm:presLayoutVars>
          <dgm:dir/>
          <dgm:resizeHandles val="exact"/>
        </dgm:presLayoutVars>
      </dgm:prSet>
      <dgm:spPr/>
    </dgm:pt>
    <dgm:pt modelId="{8EE35F97-F44E-4F04-BE78-3142C7EC7417}" type="pres">
      <dgm:prSet presAssocID="{74184FB8-6D02-47ED-BFAC-49D254597459}" presName="compNode" presStyleCnt="0"/>
      <dgm:spPr/>
    </dgm:pt>
    <dgm:pt modelId="{B1F1199E-99D1-4B1F-BC1A-A3907563533D}" type="pres">
      <dgm:prSet presAssocID="{74184FB8-6D02-47ED-BFAC-49D254597459}" presName="bgRect" presStyleLbl="bgShp" presStyleIdx="0" presStyleCnt="4"/>
      <dgm:spPr/>
    </dgm:pt>
    <dgm:pt modelId="{08B1FAC7-FB15-4E92-8EDB-E1DCAB0C793A}" type="pres">
      <dgm:prSet presAssocID="{74184FB8-6D02-47ED-BFAC-49D2545974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3FBDBA5-862F-49BA-8F86-9C3E9167F0E3}" type="pres">
      <dgm:prSet presAssocID="{74184FB8-6D02-47ED-BFAC-49D254597459}" presName="spaceRect" presStyleCnt="0"/>
      <dgm:spPr/>
    </dgm:pt>
    <dgm:pt modelId="{2704978C-8889-4B37-BE2B-DE002D560887}" type="pres">
      <dgm:prSet presAssocID="{74184FB8-6D02-47ED-BFAC-49D254597459}" presName="parTx" presStyleLbl="revTx" presStyleIdx="0" presStyleCnt="4">
        <dgm:presLayoutVars>
          <dgm:chMax val="0"/>
          <dgm:chPref val="0"/>
        </dgm:presLayoutVars>
      </dgm:prSet>
      <dgm:spPr/>
    </dgm:pt>
    <dgm:pt modelId="{A47840F9-72DF-4822-8852-CF2C2A9EBBA5}" type="pres">
      <dgm:prSet presAssocID="{64C5C477-B290-493E-BEF5-D5B8E0242BE3}" presName="sibTrans" presStyleCnt="0"/>
      <dgm:spPr/>
    </dgm:pt>
    <dgm:pt modelId="{2C59CD88-7C42-404A-85B7-053539410282}" type="pres">
      <dgm:prSet presAssocID="{C2D6B502-1D2B-46A2-B5EC-82D000171C8A}" presName="compNode" presStyleCnt="0"/>
      <dgm:spPr/>
    </dgm:pt>
    <dgm:pt modelId="{8DD98D32-1E64-4233-8650-891C33EE298A}" type="pres">
      <dgm:prSet presAssocID="{C2D6B502-1D2B-46A2-B5EC-82D000171C8A}" presName="bgRect" presStyleLbl="bgShp" presStyleIdx="1" presStyleCnt="4"/>
      <dgm:spPr/>
    </dgm:pt>
    <dgm:pt modelId="{E04FB049-9BE4-4D66-9AE0-3650A88FA470}" type="pres">
      <dgm:prSet presAssocID="{C2D6B502-1D2B-46A2-B5EC-82D000171C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20942D2E-C992-4245-B6A9-A9C6DDAEA2C4}" type="pres">
      <dgm:prSet presAssocID="{C2D6B502-1D2B-46A2-B5EC-82D000171C8A}" presName="spaceRect" presStyleCnt="0"/>
      <dgm:spPr/>
    </dgm:pt>
    <dgm:pt modelId="{D7A41FAD-7A41-4624-956F-4B9303784F12}" type="pres">
      <dgm:prSet presAssocID="{C2D6B502-1D2B-46A2-B5EC-82D000171C8A}" presName="parTx" presStyleLbl="revTx" presStyleIdx="1" presStyleCnt="4">
        <dgm:presLayoutVars>
          <dgm:chMax val="0"/>
          <dgm:chPref val="0"/>
        </dgm:presLayoutVars>
      </dgm:prSet>
      <dgm:spPr/>
    </dgm:pt>
    <dgm:pt modelId="{D3CB763B-597A-417F-BCBE-14B02B3156DA}" type="pres">
      <dgm:prSet presAssocID="{F4648D8A-03F3-48E3-9AEE-1C7E9DED123B}" presName="sibTrans" presStyleCnt="0"/>
      <dgm:spPr/>
    </dgm:pt>
    <dgm:pt modelId="{62CDFBBE-8D8C-49AE-9F83-080AC4B01AA5}" type="pres">
      <dgm:prSet presAssocID="{F7669078-AD6A-4DED-95C0-A82C6FAA9E83}" presName="compNode" presStyleCnt="0"/>
      <dgm:spPr/>
    </dgm:pt>
    <dgm:pt modelId="{DB2E86B6-C387-42D8-A26A-3A736DB9F421}" type="pres">
      <dgm:prSet presAssocID="{F7669078-AD6A-4DED-95C0-A82C6FAA9E83}" presName="bgRect" presStyleLbl="bgShp" presStyleIdx="2" presStyleCnt="4"/>
      <dgm:spPr/>
    </dgm:pt>
    <dgm:pt modelId="{D7462AE8-E8B5-497A-8C8A-4C6D474848C9}" type="pres">
      <dgm:prSet presAssocID="{F7669078-AD6A-4DED-95C0-A82C6FAA9E8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BB6BB62-FBAA-4EC5-B0C4-10D01DC0A661}" type="pres">
      <dgm:prSet presAssocID="{F7669078-AD6A-4DED-95C0-A82C6FAA9E83}" presName="spaceRect" presStyleCnt="0"/>
      <dgm:spPr/>
    </dgm:pt>
    <dgm:pt modelId="{BA1F8814-C38F-4371-AAA5-76AE3983ECC4}" type="pres">
      <dgm:prSet presAssocID="{F7669078-AD6A-4DED-95C0-A82C6FAA9E83}" presName="parTx" presStyleLbl="revTx" presStyleIdx="2" presStyleCnt="4">
        <dgm:presLayoutVars>
          <dgm:chMax val="0"/>
          <dgm:chPref val="0"/>
        </dgm:presLayoutVars>
      </dgm:prSet>
      <dgm:spPr/>
    </dgm:pt>
    <dgm:pt modelId="{DD59996E-F8B9-4EDF-AABB-0961ADBD7D29}" type="pres">
      <dgm:prSet presAssocID="{117F6A29-6D5D-4147-821A-C203670C627D}" presName="sibTrans" presStyleCnt="0"/>
      <dgm:spPr/>
    </dgm:pt>
    <dgm:pt modelId="{9596769D-8265-403B-A194-6BEC721FE151}" type="pres">
      <dgm:prSet presAssocID="{05523520-B322-4AB0-857A-95FF8F3411D6}" presName="compNode" presStyleCnt="0"/>
      <dgm:spPr/>
    </dgm:pt>
    <dgm:pt modelId="{CF5F5521-AE25-428B-A24A-8EA103D8B505}" type="pres">
      <dgm:prSet presAssocID="{05523520-B322-4AB0-857A-95FF8F3411D6}" presName="bgRect" presStyleLbl="bgShp" presStyleIdx="3" presStyleCnt="4"/>
      <dgm:spPr/>
    </dgm:pt>
    <dgm:pt modelId="{3D6BF63F-3E52-4066-93B1-0B18C0477B04}" type="pres">
      <dgm:prSet presAssocID="{05523520-B322-4AB0-857A-95FF8F3411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BBE57E4F-9960-4071-8C52-C20B2DDB491C}" type="pres">
      <dgm:prSet presAssocID="{05523520-B322-4AB0-857A-95FF8F3411D6}" presName="spaceRect" presStyleCnt="0"/>
      <dgm:spPr/>
    </dgm:pt>
    <dgm:pt modelId="{723463CA-D331-4F31-8580-F636224F43DF}" type="pres">
      <dgm:prSet presAssocID="{05523520-B322-4AB0-857A-95FF8F3411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5681A1B-47BA-4858-90BC-EEF889C6F5B9}" type="presOf" srcId="{C2D6B502-1D2B-46A2-B5EC-82D000171C8A}" destId="{D7A41FAD-7A41-4624-956F-4B9303784F12}" srcOrd="0" destOrd="0" presId="urn:microsoft.com/office/officeart/2018/2/layout/IconVerticalSolidList"/>
    <dgm:cxn modelId="{3361DA37-ED91-45FC-85A9-E102F20E68B9}" type="presOf" srcId="{04C2956E-D629-4862-B5E3-E72265E52890}" destId="{6E072F6C-672C-4CC4-B809-393D25BE9951}" srcOrd="0" destOrd="0" presId="urn:microsoft.com/office/officeart/2018/2/layout/IconVerticalSolidList"/>
    <dgm:cxn modelId="{215A9446-D5BA-4AA0-8D92-77A557D7C64B}" type="presOf" srcId="{05523520-B322-4AB0-857A-95FF8F3411D6}" destId="{723463CA-D331-4F31-8580-F636224F43DF}" srcOrd="0" destOrd="0" presId="urn:microsoft.com/office/officeart/2018/2/layout/IconVerticalSolidList"/>
    <dgm:cxn modelId="{78BFB58B-43E9-47B8-8698-3224D82EDBD0}" srcId="{04C2956E-D629-4862-B5E3-E72265E52890}" destId="{05523520-B322-4AB0-857A-95FF8F3411D6}" srcOrd="3" destOrd="0" parTransId="{E8BF70D6-A87B-4CF1-975A-7F8AC97384FF}" sibTransId="{679517D6-51AC-40A2-BEC1-AD1A32A79E65}"/>
    <dgm:cxn modelId="{221891B9-A2EA-40B6-BA73-14B287046213}" srcId="{04C2956E-D629-4862-B5E3-E72265E52890}" destId="{F7669078-AD6A-4DED-95C0-A82C6FAA9E83}" srcOrd="2" destOrd="0" parTransId="{13B106B4-470F-4A74-90A6-A796F5936339}" sibTransId="{117F6A29-6D5D-4147-821A-C203670C627D}"/>
    <dgm:cxn modelId="{8ECF01CD-591D-491C-B10A-5BE02E109F50}" type="presOf" srcId="{74184FB8-6D02-47ED-BFAC-49D254597459}" destId="{2704978C-8889-4B37-BE2B-DE002D560887}" srcOrd="0" destOrd="0" presId="urn:microsoft.com/office/officeart/2018/2/layout/IconVerticalSolidList"/>
    <dgm:cxn modelId="{96A770D5-EEA1-45F7-93ED-7D61AB608CF7}" srcId="{04C2956E-D629-4862-B5E3-E72265E52890}" destId="{C2D6B502-1D2B-46A2-B5EC-82D000171C8A}" srcOrd="1" destOrd="0" parTransId="{BA66E019-DABD-448E-A9CF-EAAEC130830B}" sibTransId="{F4648D8A-03F3-48E3-9AEE-1C7E9DED123B}"/>
    <dgm:cxn modelId="{B89201D9-2053-4CF8-B5C2-67DF0C7014E4}" srcId="{04C2956E-D629-4862-B5E3-E72265E52890}" destId="{74184FB8-6D02-47ED-BFAC-49D254597459}" srcOrd="0" destOrd="0" parTransId="{59E3A3DB-821A-4B3B-86D1-D4D203622A0E}" sibTransId="{64C5C477-B290-493E-BEF5-D5B8E0242BE3}"/>
    <dgm:cxn modelId="{C146C1E7-8EDB-4C6F-B3F8-681D44446AF6}" type="presOf" srcId="{F7669078-AD6A-4DED-95C0-A82C6FAA9E83}" destId="{BA1F8814-C38F-4371-AAA5-76AE3983ECC4}" srcOrd="0" destOrd="0" presId="urn:microsoft.com/office/officeart/2018/2/layout/IconVerticalSolidList"/>
    <dgm:cxn modelId="{BD4F68C7-900C-4D84-A7D3-B11DAACC7EBB}" type="presParOf" srcId="{6E072F6C-672C-4CC4-B809-393D25BE9951}" destId="{8EE35F97-F44E-4F04-BE78-3142C7EC7417}" srcOrd="0" destOrd="0" presId="urn:microsoft.com/office/officeart/2018/2/layout/IconVerticalSolidList"/>
    <dgm:cxn modelId="{6248BC08-FFC0-4030-868C-E45098CDEF1A}" type="presParOf" srcId="{8EE35F97-F44E-4F04-BE78-3142C7EC7417}" destId="{B1F1199E-99D1-4B1F-BC1A-A3907563533D}" srcOrd="0" destOrd="0" presId="urn:microsoft.com/office/officeart/2018/2/layout/IconVerticalSolidList"/>
    <dgm:cxn modelId="{254DA757-D1DC-423F-BB2A-5F34E9C23731}" type="presParOf" srcId="{8EE35F97-F44E-4F04-BE78-3142C7EC7417}" destId="{08B1FAC7-FB15-4E92-8EDB-E1DCAB0C793A}" srcOrd="1" destOrd="0" presId="urn:microsoft.com/office/officeart/2018/2/layout/IconVerticalSolidList"/>
    <dgm:cxn modelId="{C8AA7B0C-CABB-4D1A-B37B-F47DED087C12}" type="presParOf" srcId="{8EE35F97-F44E-4F04-BE78-3142C7EC7417}" destId="{03FBDBA5-862F-49BA-8F86-9C3E9167F0E3}" srcOrd="2" destOrd="0" presId="urn:microsoft.com/office/officeart/2018/2/layout/IconVerticalSolidList"/>
    <dgm:cxn modelId="{4994F2E4-1DD1-4D45-AE4F-A388C4019062}" type="presParOf" srcId="{8EE35F97-F44E-4F04-BE78-3142C7EC7417}" destId="{2704978C-8889-4B37-BE2B-DE002D560887}" srcOrd="3" destOrd="0" presId="urn:microsoft.com/office/officeart/2018/2/layout/IconVerticalSolidList"/>
    <dgm:cxn modelId="{F64E611B-236D-44CD-A227-20B67D187736}" type="presParOf" srcId="{6E072F6C-672C-4CC4-B809-393D25BE9951}" destId="{A47840F9-72DF-4822-8852-CF2C2A9EBBA5}" srcOrd="1" destOrd="0" presId="urn:microsoft.com/office/officeart/2018/2/layout/IconVerticalSolidList"/>
    <dgm:cxn modelId="{69899ACD-E1D6-4A65-A93C-256B4B58FE07}" type="presParOf" srcId="{6E072F6C-672C-4CC4-B809-393D25BE9951}" destId="{2C59CD88-7C42-404A-85B7-053539410282}" srcOrd="2" destOrd="0" presId="urn:microsoft.com/office/officeart/2018/2/layout/IconVerticalSolidList"/>
    <dgm:cxn modelId="{46AF3635-B3D6-4CB4-922C-E4A8A23402EA}" type="presParOf" srcId="{2C59CD88-7C42-404A-85B7-053539410282}" destId="{8DD98D32-1E64-4233-8650-891C33EE298A}" srcOrd="0" destOrd="0" presId="urn:microsoft.com/office/officeart/2018/2/layout/IconVerticalSolidList"/>
    <dgm:cxn modelId="{882987B8-25E0-46FF-8274-54C1FE13058F}" type="presParOf" srcId="{2C59CD88-7C42-404A-85B7-053539410282}" destId="{E04FB049-9BE4-4D66-9AE0-3650A88FA470}" srcOrd="1" destOrd="0" presId="urn:microsoft.com/office/officeart/2018/2/layout/IconVerticalSolidList"/>
    <dgm:cxn modelId="{20200D00-B3A4-4F76-8954-7C6E0A80CC1F}" type="presParOf" srcId="{2C59CD88-7C42-404A-85B7-053539410282}" destId="{20942D2E-C992-4245-B6A9-A9C6DDAEA2C4}" srcOrd="2" destOrd="0" presId="urn:microsoft.com/office/officeart/2018/2/layout/IconVerticalSolidList"/>
    <dgm:cxn modelId="{DEDFA40F-5F55-424A-9055-5600B520377D}" type="presParOf" srcId="{2C59CD88-7C42-404A-85B7-053539410282}" destId="{D7A41FAD-7A41-4624-956F-4B9303784F12}" srcOrd="3" destOrd="0" presId="urn:microsoft.com/office/officeart/2018/2/layout/IconVerticalSolidList"/>
    <dgm:cxn modelId="{AACCC760-58EA-4F48-8AAB-7289BBBF471D}" type="presParOf" srcId="{6E072F6C-672C-4CC4-B809-393D25BE9951}" destId="{D3CB763B-597A-417F-BCBE-14B02B3156DA}" srcOrd="3" destOrd="0" presId="urn:microsoft.com/office/officeart/2018/2/layout/IconVerticalSolidList"/>
    <dgm:cxn modelId="{C38AA913-BD13-41DC-AE67-46F0635B0C86}" type="presParOf" srcId="{6E072F6C-672C-4CC4-B809-393D25BE9951}" destId="{62CDFBBE-8D8C-49AE-9F83-080AC4B01AA5}" srcOrd="4" destOrd="0" presId="urn:microsoft.com/office/officeart/2018/2/layout/IconVerticalSolidList"/>
    <dgm:cxn modelId="{7C7614D4-67CA-49E6-BB48-0F6EEF9AF2EC}" type="presParOf" srcId="{62CDFBBE-8D8C-49AE-9F83-080AC4B01AA5}" destId="{DB2E86B6-C387-42D8-A26A-3A736DB9F421}" srcOrd="0" destOrd="0" presId="urn:microsoft.com/office/officeart/2018/2/layout/IconVerticalSolidList"/>
    <dgm:cxn modelId="{52FA28D9-2F09-44C0-849C-8F1691FA5FBC}" type="presParOf" srcId="{62CDFBBE-8D8C-49AE-9F83-080AC4B01AA5}" destId="{D7462AE8-E8B5-497A-8C8A-4C6D474848C9}" srcOrd="1" destOrd="0" presId="urn:microsoft.com/office/officeart/2018/2/layout/IconVerticalSolidList"/>
    <dgm:cxn modelId="{1082C13F-56C4-420A-9EE8-9A4B263E9CF8}" type="presParOf" srcId="{62CDFBBE-8D8C-49AE-9F83-080AC4B01AA5}" destId="{CBB6BB62-FBAA-4EC5-B0C4-10D01DC0A661}" srcOrd="2" destOrd="0" presId="urn:microsoft.com/office/officeart/2018/2/layout/IconVerticalSolidList"/>
    <dgm:cxn modelId="{B40802A5-2F96-460C-AF75-CD8E50B0BE27}" type="presParOf" srcId="{62CDFBBE-8D8C-49AE-9F83-080AC4B01AA5}" destId="{BA1F8814-C38F-4371-AAA5-76AE3983ECC4}" srcOrd="3" destOrd="0" presId="urn:microsoft.com/office/officeart/2018/2/layout/IconVerticalSolidList"/>
    <dgm:cxn modelId="{25FB58E3-DDD9-4F43-A551-025A275D2FDC}" type="presParOf" srcId="{6E072F6C-672C-4CC4-B809-393D25BE9951}" destId="{DD59996E-F8B9-4EDF-AABB-0961ADBD7D29}" srcOrd="5" destOrd="0" presId="urn:microsoft.com/office/officeart/2018/2/layout/IconVerticalSolidList"/>
    <dgm:cxn modelId="{C6818FCE-520C-4346-BE0F-6DA9769DBB74}" type="presParOf" srcId="{6E072F6C-672C-4CC4-B809-393D25BE9951}" destId="{9596769D-8265-403B-A194-6BEC721FE151}" srcOrd="6" destOrd="0" presId="urn:microsoft.com/office/officeart/2018/2/layout/IconVerticalSolidList"/>
    <dgm:cxn modelId="{2B033E2F-1E24-4726-832B-6E678B186A2F}" type="presParOf" srcId="{9596769D-8265-403B-A194-6BEC721FE151}" destId="{CF5F5521-AE25-428B-A24A-8EA103D8B505}" srcOrd="0" destOrd="0" presId="urn:microsoft.com/office/officeart/2018/2/layout/IconVerticalSolidList"/>
    <dgm:cxn modelId="{73D8F431-C44A-4B4A-A92D-2528EC5F7252}" type="presParOf" srcId="{9596769D-8265-403B-A194-6BEC721FE151}" destId="{3D6BF63F-3E52-4066-93B1-0B18C0477B04}" srcOrd="1" destOrd="0" presId="urn:microsoft.com/office/officeart/2018/2/layout/IconVerticalSolidList"/>
    <dgm:cxn modelId="{EF506031-4BAA-4B0B-BD06-D330CA505CF6}" type="presParOf" srcId="{9596769D-8265-403B-A194-6BEC721FE151}" destId="{BBE57E4F-9960-4071-8C52-C20B2DDB491C}" srcOrd="2" destOrd="0" presId="urn:microsoft.com/office/officeart/2018/2/layout/IconVerticalSolidList"/>
    <dgm:cxn modelId="{060387FA-522E-4AEC-8F52-98A333F52699}" type="presParOf" srcId="{9596769D-8265-403B-A194-6BEC721FE151}" destId="{723463CA-D331-4F31-8580-F636224F43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7BCB8B-2896-4FA1-928A-FE7B2F491D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AC08FC-1AAF-41A4-B7FD-C21C7DBCFE1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Developed, containerized, and validated pipeline.</a:t>
          </a:r>
          <a:endParaRPr lang="en-US"/>
        </a:p>
      </dgm:t>
    </dgm:pt>
    <dgm:pt modelId="{B702EDAE-EB33-4289-8BD4-102A3FF7B933}" type="parTrans" cxnId="{30150589-650B-4D67-8E49-F2CC0E204DC8}">
      <dgm:prSet/>
      <dgm:spPr/>
      <dgm:t>
        <a:bodyPr/>
        <a:lstStyle/>
        <a:p>
          <a:endParaRPr lang="en-US"/>
        </a:p>
      </dgm:t>
    </dgm:pt>
    <dgm:pt modelId="{8BDB7288-6B24-45F9-8DF0-0A6DA6636008}" type="sibTrans" cxnId="{30150589-650B-4D67-8E49-F2CC0E204DC8}">
      <dgm:prSet/>
      <dgm:spPr/>
      <dgm:t>
        <a:bodyPr/>
        <a:lstStyle/>
        <a:p>
          <a:endParaRPr lang="en-US"/>
        </a:p>
      </dgm:t>
    </dgm:pt>
    <dgm:pt modelId="{5A514B69-DF5F-43B7-8A84-90A0AA40F8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Registered microservices with AI4EU Designer and created reusable solution assets.</a:t>
          </a:r>
          <a:endParaRPr lang="en-US"/>
        </a:p>
      </dgm:t>
    </dgm:pt>
    <dgm:pt modelId="{1F5E70FD-C5E6-4D59-A50A-F3072CD20D94}" type="parTrans" cxnId="{B3179E44-2BD2-4E81-948B-A1990224ACD7}">
      <dgm:prSet/>
      <dgm:spPr/>
      <dgm:t>
        <a:bodyPr/>
        <a:lstStyle/>
        <a:p>
          <a:endParaRPr lang="en-US"/>
        </a:p>
      </dgm:t>
    </dgm:pt>
    <dgm:pt modelId="{1EF505BC-5D7C-4C04-9AB4-3D8804837461}" type="sibTrans" cxnId="{B3179E44-2BD2-4E81-948B-A1990224ACD7}">
      <dgm:prSet/>
      <dgm:spPr/>
      <dgm:t>
        <a:bodyPr/>
        <a:lstStyle/>
        <a:p>
          <a:endParaRPr lang="en-US"/>
        </a:p>
      </dgm:t>
    </dgm:pt>
    <dgm:pt modelId="{4EED5E51-423B-40A2-A806-4A78480C96C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Documented onboarding/deployment process for future users.</a:t>
          </a:r>
          <a:endParaRPr lang="en-US"/>
        </a:p>
      </dgm:t>
    </dgm:pt>
    <dgm:pt modelId="{1C8B778E-6FF2-4017-BA41-72B17304E631}" type="parTrans" cxnId="{B670CEDD-C583-40AB-879F-16F126F6A374}">
      <dgm:prSet/>
      <dgm:spPr/>
      <dgm:t>
        <a:bodyPr/>
        <a:lstStyle/>
        <a:p>
          <a:endParaRPr lang="en-US"/>
        </a:p>
      </dgm:t>
    </dgm:pt>
    <dgm:pt modelId="{38B31EE8-6906-471B-8AD5-003471E2BFED}" type="sibTrans" cxnId="{B670CEDD-C583-40AB-879F-16F126F6A374}">
      <dgm:prSet/>
      <dgm:spPr/>
      <dgm:t>
        <a:bodyPr/>
        <a:lstStyle/>
        <a:p>
          <a:endParaRPr lang="en-US"/>
        </a:p>
      </dgm:t>
    </dgm:pt>
    <dgm:pt modelId="{B9C11EB7-FF66-42B9-9F65-7D114E3E5206}" type="pres">
      <dgm:prSet presAssocID="{F97BCB8B-2896-4FA1-928A-FE7B2F491D08}" presName="root" presStyleCnt="0">
        <dgm:presLayoutVars>
          <dgm:dir/>
          <dgm:resizeHandles val="exact"/>
        </dgm:presLayoutVars>
      </dgm:prSet>
      <dgm:spPr/>
    </dgm:pt>
    <dgm:pt modelId="{512305CB-5986-4461-9168-64E73643FEC3}" type="pres">
      <dgm:prSet presAssocID="{74AC08FC-1AAF-41A4-B7FD-C21C7DBCFE12}" presName="compNode" presStyleCnt="0"/>
      <dgm:spPr/>
    </dgm:pt>
    <dgm:pt modelId="{E89A669B-A73A-43C8-942C-9D6870D29B31}" type="pres">
      <dgm:prSet presAssocID="{74AC08FC-1AAF-41A4-B7FD-C21C7DBCFE12}" presName="bgRect" presStyleLbl="bgShp" presStyleIdx="0" presStyleCnt="3"/>
      <dgm:spPr/>
    </dgm:pt>
    <dgm:pt modelId="{A570CEBF-96DB-4DD5-91D1-1A96D1481630}" type="pres">
      <dgm:prSet presAssocID="{74AC08FC-1AAF-41A4-B7FD-C21C7DBCFE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E14F708-8402-4824-8202-B34D976BEE37}" type="pres">
      <dgm:prSet presAssocID="{74AC08FC-1AAF-41A4-B7FD-C21C7DBCFE12}" presName="spaceRect" presStyleCnt="0"/>
      <dgm:spPr/>
    </dgm:pt>
    <dgm:pt modelId="{4FE7901E-944F-421D-AF06-931AE588AFA0}" type="pres">
      <dgm:prSet presAssocID="{74AC08FC-1AAF-41A4-B7FD-C21C7DBCFE12}" presName="parTx" presStyleLbl="revTx" presStyleIdx="0" presStyleCnt="3">
        <dgm:presLayoutVars>
          <dgm:chMax val="0"/>
          <dgm:chPref val="0"/>
        </dgm:presLayoutVars>
      </dgm:prSet>
      <dgm:spPr/>
    </dgm:pt>
    <dgm:pt modelId="{2022D236-FFAD-4DBE-B66F-E2EB5035C5EF}" type="pres">
      <dgm:prSet presAssocID="{8BDB7288-6B24-45F9-8DF0-0A6DA6636008}" presName="sibTrans" presStyleCnt="0"/>
      <dgm:spPr/>
    </dgm:pt>
    <dgm:pt modelId="{D5D7D2CB-BECB-4A19-A733-1D31C1C6025F}" type="pres">
      <dgm:prSet presAssocID="{5A514B69-DF5F-43B7-8A84-90A0AA40F87E}" presName="compNode" presStyleCnt="0"/>
      <dgm:spPr/>
    </dgm:pt>
    <dgm:pt modelId="{C715D128-CDEA-46E2-B65B-5AD5C327AA9B}" type="pres">
      <dgm:prSet presAssocID="{5A514B69-DF5F-43B7-8A84-90A0AA40F87E}" presName="bgRect" presStyleLbl="bgShp" presStyleIdx="1" presStyleCnt="3"/>
      <dgm:spPr/>
    </dgm:pt>
    <dgm:pt modelId="{A807E0E0-C606-41B9-9D0E-4542BF8F0437}" type="pres">
      <dgm:prSet presAssocID="{5A514B69-DF5F-43B7-8A84-90A0AA40F8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FCDCAAB5-6E7A-46F8-B692-7E7CD7E3AF43}" type="pres">
      <dgm:prSet presAssocID="{5A514B69-DF5F-43B7-8A84-90A0AA40F87E}" presName="spaceRect" presStyleCnt="0"/>
      <dgm:spPr/>
    </dgm:pt>
    <dgm:pt modelId="{3DF51B91-97B6-4E6F-8BDF-A579149BC8A6}" type="pres">
      <dgm:prSet presAssocID="{5A514B69-DF5F-43B7-8A84-90A0AA40F87E}" presName="parTx" presStyleLbl="revTx" presStyleIdx="1" presStyleCnt="3">
        <dgm:presLayoutVars>
          <dgm:chMax val="0"/>
          <dgm:chPref val="0"/>
        </dgm:presLayoutVars>
      </dgm:prSet>
      <dgm:spPr/>
    </dgm:pt>
    <dgm:pt modelId="{EFDF0F81-FE3D-4605-B361-13564543B614}" type="pres">
      <dgm:prSet presAssocID="{1EF505BC-5D7C-4C04-9AB4-3D8804837461}" presName="sibTrans" presStyleCnt="0"/>
      <dgm:spPr/>
    </dgm:pt>
    <dgm:pt modelId="{D56BFCED-ECD5-44E5-8D29-82E3AB12E935}" type="pres">
      <dgm:prSet presAssocID="{4EED5E51-423B-40A2-A806-4A78480C96CB}" presName="compNode" presStyleCnt="0"/>
      <dgm:spPr/>
    </dgm:pt>
    <dgm:pt modelId="{E1977791-695F-43C1-9CFE-4767AE02D3C6}" type="pres">
      <dgm:prSet presAssocID="{4EED5E51-423B-40A2-A806-4A78480C96CB}" presName="bgRect" presStyleLbl="bgShp" presStyleIdx="2" presStyleCnt="3"/>
      <dgm:spPr/>
    </dgm:pt>
    <dgm:pt modelId="{1A173F12-684F-40F6-8D45-5AE8AFDB7154}" type="pres">
      <dgm:prSet presAssocID="{4EED5E51-423B-40A2-A806-4A78480C96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661AF639-14BF-43AA-94CA-BE7E28B86D18}" type="pres">
      <dgm:prSet presAssocID="{4EED5E51-423B-40A2-A806-4A78480C96CB}" presName="spaceRect" presStyleCnt="0"/>
      <dgm:spPr/>
    </dgm:pt>
    <dgm:pt modelId="{43B778C8-5CF0-4BC8-8E1D-3924CB8E4588}" type="pres">
      <dgm:prSet presAssocID="{4EED5E51-423B-40A2-A806-4A78480C96C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179E44-2BD2-4E81-948B-A1990224ACD7}" srcId="{F97BCB8B-2896-4FA1-928A-FE7B2F491D08}" destId="{5A514B69-DF5F-43B7-8A84-90A0AA40F87E}" srcOrd="1" destOrd="0" parTransId="{1F5E70FD-C5E6-4D59-A50A-F3072CD20D94}" sibTransId="{1EF505BC-5D7C-4C04-9AB4-3D8804837461}"/>
    <dgm:cxn modelId="{30150589-650B-4D67-8E49-F2CC0E204DC8}" srcId="{F97BCB8B-2896-4FA1-928A-FE7B2F491D08}" destId="{74AC08FC-1AAF-41A4-B7FD-C21C7DBCFE12}" srcOrd="0" destOrd="0" parTransId="{B702EDAE-EB33-4289-8BD4-102A3FF7B933}" sibTransId="{8BDB7288-6B24-45F9-8DF0-0A6DA6636008}"/>
    <dgm:cxn modelId="{97FF1690-5072-4333-9A43-C8CA82E73EBD}" type="presOf" srcId="{F97BCB8B-2896-4FA1-928A-FE7B2F491D08}" destId="{B9C11EB7-FF66-42B9-9F65-7D114E3E5206}" srcOrd="0" destOrd="0" presId="urn:microsoft.com/office/officeart/2018/2/layout/IconVerticalSolidList"/>
    <dgm:cxn modelId="{87491D92-2F39-459C-A495-47E7AD472536}" type="presOf" srcId="{4EED5E51-423B-40A2-A806-4A78480C96CB}" destId="{43B778C8-5CF0-4BC8-8E1D-3924CB8E4588}" srcOrd="0" destOrd="0" presId="urn:microsoft.com/office/officeart/2018/2/layout/IconVerticalSolidList"/>
    <dgm:cxn modelId="{0A7F15BB-6331-49B5-BD33-DD9FF674891B}" type="presOf" srcId="{74AC08FC-1AAF-41A4-B7FD-C21C7DBCFE12}" destId="{4FE7901E-944F-421D-AF06-931AE588AFA0}" srcOrd="0" destOrd="0" presId="urn:microsoft.com/office/officeart/2018/2/layout/IconVerticalSolidList"/>
    <dgm:cxn modelId="{B670CEDD-C583-40AB-879F-16F126F6A374}" srcId="{F97BCB8B-2896-4FA1-928A-FE7B2F491D08}" destId="{4EED5E51-423B-40A2-A806-4A78480C96CB}" srcOrd="2" destOrd="0" parTransId="{1C8B778E-6FF2-4017-BA41-72B17304E631}" sibTransId="{38B31EE8-6906-471B-8AD5-003471E2BFED}"/>
    <dgm:cxn modelId="{E74366E4-0903-428E-BC9B-9C7C6E56B9D6}" type="presOf" srcId="{5A514B69-DF5F-43B7-8A84-90A0AA40F87E}" destId="{3DF51B91-97B6-4E6F-8BDF-A579149BC8A6}" srcOrd="0" destOrd="0" presId="urn:microsoft.com/office/officeart/2018/2/layout/IconVerticalSolidList"/>
    <dgm:cxn modelId="{1B826956-F29B-4F20-8B5E-2F8D435B7F22}" type="presParOf" srcId="{B9C11EB7-FF66-42B9-9F65-7D114E3E5206}" destId="{512305CB-5986-4461-9168-64E73643FEC3}" srcOrd="0" destOrd="0" presId="urn:microsoft.com/office/officeart/2018/2/layout/IconVerticalSolidList"/>
    <dgm:cxn modelId="{6C3C4246-21CE-4307-8C77-8FE2A9E541F1}" type="presParOf" srcId="{512305CB-5986-4461-9168-64E73643FEC3}" destId="{E89A669B-A73A-43C8-942C-9D6870D29B31}" srcOrd="0" destOrd="0" presId="urn:microsoft.com/office/officeart/2018/2/layout/IconVerticalSolidList"/>
    <dgm:cxn modelId="{81A54E89-811C-48E0-8ADF-9F34E34F9DA7}" type="presParOf" srcId="{512305CB-5986-4461-9168-64E73643FEC3}" destId="{A570CEBF-96DB-4DD5-91D1-1A96D1481630}" srcOrd="1" destOrd="0" presId="urn:microsoft.com/office/officeart/2018/2/layout/IconVerticalSolidList"/>
    <dgm:cxn modelId="{8CC7D396-3CD1-4D48-B1E0-503858F6BE24}" type="presParOf" srcId="{512305CB-5986-4461-9168-64E73643FEC3}" destId="{4E14F708-8402-4824-8202-B34D976BEE37}" srcOrd="2" destOrd="0" presId="urn:microsoft.com/office/officeart/2018/2/layout/IconVerticalSolidList"/>
    <dgm:cxn modelId="{0A886D01-A96A-4E5A-BDAD-34F340709E2D}" type="presParOf" srcId="{512305CB-5986-4461-9168-64E73643FEC3}" destId="{4FE7901E-944F-421D-AF06-931AE588AFA0}" srcOrd="3" destOrd="0" presId="urn:microsoft.com/office/officeart/2018/2/layout/IconVerticalSolidList"/>
    <dgm:cxn modelId="{25BC1EA7-B898-4F5C-8379-5894457558FE}" type="presParOf" srcId="{B9C11EB7-FF66-42B9-9F65-7D114E3E5206}" destId="{2022D236-FFAD-4DBE-B66F-E2EB5035C5EF}" srcOrd="1" destOrd="0" presId="urn:microsoft.com/office/officeart/2018/2/layout/IconVerticalSolidList"/>
    <dgm:cxn modelId="{A83CEE6B-E2FB-4719-8366-40FB84F1FFE0}" type="presParOf" srcId="{B9C11EB7-FF66-42B9-9F65-7D114E3E5206}" destId="{D5D7D2CB-BECB-4A19-A733-1D31C1C6025F}" srcOrd="2" destOrd="0" presId="urn:microsoft.com/office/officeart/2018/2/layout/IconVerticalSolidList"/>
    <dgm:cxn modelId="{5879C94A-D24B-40D6-9D8E-5D796A24EF05}" type="presParOf" srcId="{D5D7D2CB-BECB-4A19-A733-1D31C1C6025F}" destId="{C715D128-CDEA-46E2-B65B-5AD5C327AA9B}" srcOrd="0" destOrd="0" presId="urn:microsoft.com/office/officeart/2018/2/layout/IconVerticalSolidList"/>
    <dgm:cxn modelId="{2E9C534D-9A09-4D8F-8C13-8725A1E86227}" type="presParOf" srcId="{D5D7D2CB-BECB-4A19-A733-1D31C1C6025F}" destId="{A807E0E0-C606-41B9-9D0E-4542BF8F0437}" srcOrd="1" destOrd="0" presId="urn:microsoft.com/office/officeart/2018/2/layout/IconVerticalSolidList"/>
    <dgm:cxn modelId="{80D4F2AE-DD95-49AA-9C5D-55563E29C798}" type="presParOf" srcId="{D5D7D2CB-BECB-4A19-A733-1D31C1C6025F}" destId="{FCDCAAB5-6E7A-46F8-B692-7E7CD7E3AF43}" srcOrd="2" destOrd="0" presId="urn:microsoft.com/office/officeart/2018/2/layout/IconVerticalSolidList"/>
    <dgm:cxn modelId="{BFF721EE-9428-417E-8CC1-168CF22ABB31}" type="presParOf" srcId="{D5D7D2CB-BECB-4A19-A733-1D31C1C6025F}" destId="{3DF51B91-97B6-4E6F-8BDF-A579149BC8A6}" srcOrd="3" destOrd="0" presId="urn:microsoft.com/office/officeart/2018/2/layout/IconVerticalSolidList"/>
    <dgm:cxn modelId="{20E669D2-79D2-4C07-A814-77E289340613}" type="presParOf" srcId="{B9C11EB7-FF66-42B9-9F65-7D114E3E5206}" destId="{EFDF0F81-FE3D-4605-B361-13564543B614}" srcOrd="3" destOrd="0" presId="urn:microsoft.com/office/officeart/2018/2/layout/IconVerticalSolidList"/>
    <dgm:cxn modelId="{A5797FDF-58F2-43D0-AC9A-0E1CA4493D72}" type="presParOf" srcId="{B9C11EB7-FF66-42B9-9F65-7D114E3E5206}" destId="{D56BFCED-ECD5-44E5-8D29-82E3AB12E935}" srcOrd="4" destOrd="0" presId="urn:microsoft.com/office/officeart/2018/2/layout/IconVerticalSolidList"/>
    <dgm:cxn modelId="{482A64DD-7000-4388-A896-EA420D89B32C}" type="presParOf" srcId="{D56BFCED-ECD5-44E5-8D29-82E3AB12E935}" destId="{E1977791-695F-43C1-9CFE-4767AE02D3C6}" srcOrd="0" destOrd="0" presId="urn:microsoft.com/office/officeart/2018/2/layout/IconVerticalSolidList"/>
    <dgm:cxn modelId="{55DC2E48-8116-4BD6-B73F-F6EA1C491429}" type="presParOf" srcId="{D56BFCED-ECD5-44E5-8D29-82E3AB12E935}" destId="{1A173F12-684F-40F6-8D45-5AE8AFDB7154}" srcOrd="1" destOrd="0" presId="urn:microsoft.com/office/officeart/2018/2/layout/IconVerticalSolidList"/>
    <dgm:cxn modelId="{4C49B20B-C5F1-4D89-8C96-1DCC34975EC3}" type="presParOf" srcId="{D56BFCED-ECD5-44E5-8D29-82E3AB12E935}" destId="{661AF639-14BF-43AA-94CA-BE7E28B86D18}" srcOrd="2" destOrd="0" presId="urn:microsoft.com/office/officeart/2018/2/layout/IconVerticalSolidList"/>
    <dgm:cxn modelId="{D37AE7BA-D560-493B-A8A7-226F9B91E1FC}" type="presParOf" srcId="{D56BFCED-ECD5-44E5-8D29-82E3AB12E935}" destId="{43B778C8-5CF0-4BC8-8E1D-3924CB8E45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B2C820-74D7-41E8-9D92-33FB30826AE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EF0269-3595-4B49-843E-86BCC03DECD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Adopt Modular, Containerized AI:</a:t>
          </a:r>
          <a:endParaRPr lang="en-US"/>
        </a:p>
      </dgm:t>
    </dgm:pt>
    <dgm:pt modelId="{1B1B4194-09F0-44B5-94C1-FFE41CAB2FB0}" type="parTrans" cxnId="{607CB487-E98B-4EFC-97A7-FDF786120779}">
      <dgm:prSet/>
      <dgm:spPr/>
      <dgm:t>
        <a:bodyPr/>
        <a:lstStyle/>
        <a:p>
          <a:endParaRPr lang="en-US"/>
        </a:p>
      </dgm:t>
    </dgm:pt>
    <dgm:pt modelId="{06854FE1-D295-4397-B065-88A72E8F6E18}" type="sibTrans" cxnId="{607CB487-E98B-4EFC-97A7-FDF7861207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9227BC-F9CF-4080-9BA7-B92AFA74C39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Leverage No-Code Workflow Tools</a:t>
          </a:r>
          <a:endParaRPr lang="en-US"/>
        </a:p>
      </dgm:t>
    </dgm:pt>
    <dgm:pt modelId="{6459BECC-3032-4153-8541-00B886586106}" type="parTrans" cxnId="{FB0AB8EC-1694-4B60-BA2C-810081BCA819}">
      <dgm:prSet/>
      <dgm:spPr/>
      <dgm:t>
        <a:bodyPr/>
        <a:lstStyle/>
        <a:p>
          <a:endParaRPr lang="en-US"/>
        </a:p>
      </dgm:t>
    </dgm:pt>
    <dgm:pt modelId="{2E3175FB-26A3-47DC-B098-E59473128F1F}" type="sibTrans" cxnId="{FB0AB8EC-1694-4B60-BA2C-810081BCA8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6B1492-4CF6-48F6-B1DE-622178A74A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Automate Onboarding &amp; Documentation</a:t>
          </a:r>
          <a:endParaRPr lang="en-US"/>
        </a:p>
      </dgm:t>
    </dgm:pt>
    <dgm:pt modelId="{F9F6EDF3-CD4C-40F8-9CFC-27715D53EF2A}" type="parTrans" cxnId="{F9A0AFBF-CA2D-4367-951C-A35A2B837C80}">
      <dgm:prSet/>
      <dgm:spPr/>
      <dgm:t>
        <a:bodyPr/>
        <a:lstStyle/>
        <a:p>
          <a:endParaRPr lang="en-US"/>
        </a:p>
      </dgm:t>
    </dgm:pt>
    <dgm:pt modelId="{ED5A7706-E409-40EB-B24E-160B9D5DD723}" type="sibTrans" cxnId="{F9A0AFBF-CA2D-4367-951C-A35A2B837C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47B030-F35E-472D-ADB4-E82AD6E855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Explore Advanced Models - Invest in deep learning models for improved forecasting.</a:t>
          </a:r>
          <a:endParaRPr lang="en-US"/>
        </a:p>
      </dgm:t>
    </dgm:pt>
    <dgm:pt modelId="{6B4CE52A-7794-4EC9-A107-720423F58615}" type="parTrans" cxnId="{7A4FEA2F-B93A-4949-A831-815D488A4015}">
      <dgm:prSet/>
      <dgm:spPr/>
      <dgm:t>
        <a:bodyPr/>
        <a:lstStyle/>
        <a:p>
          <a:endParaRPr lang="en-US"/>
        </a:p>
      </dgm:t>
    </dgm:pt>
    <dgm:pt modelId="{BC4B6154-D7E4-4400-967A-BF544856FF8B}" type="sibTrans" cxnId="{7A4FEA2F-B93A-4949-A831-815D488A4015}">
      <dgm:prSet/>
      <dgm:spPr/>
      <dgm:t>
        <a:bodyPr/>
        <a:lstStyle/>
        <a:p>
          <a:endParaRPr lang="en-US"/>
        </a:p>
      </dgm:t>
    </dgm:pt>
    <dgm:pt modelId="{D92A212B-6B9D-44F4-806D-36129529E424}" type="pres">
      <dgm:prSet presAssocID="{57B2C820-74D7-41E8-9D92-33FB30826AE1}" presName="root" presStyleCnt="0">
        <dgm:presLayoutVars>
          <dgm:dir/>
          <dgm:resizeHandles val="exact"/>
        </dgm:presLayoutVars>
      </dgm:prSet>
      <dgm:spPr/>
    </dgm:pt>
    <dgm:pt modelId="{0F01A443-F1DF-459C-BEED-1D14C1EDE3B2}" type="pres">
      <dgm:prSet presAssocID="{57B2C820-74D7-41E8-9D92-33FB30826AE1}" presName="container" presStyleCnt="0">
        <dgm:presLayoutVars>
          <dgm:dir/>
          <dgm:resizeHandles val="exact"/>
        </dgm:presLayoutVars>
      </dgm:prSet>
      <dgm:spPr/>
    </dgm:pt>
    <dgm:pt modelId="{21169754-264A-4A02-9213-CD730C4A6550}" type="pres">
      <dgm:prSet presAssocID="{64EF0269-3595-4B49-843E-86BCC03DECDF}" presName="compNode" presStyleCnt="0"/>
      <dgm:spPr/>
    </dgm:pt>
    <dgm:pt modelId="{BC83E50A-3BC9-4EC4-893F-67824520FC4B}" type="pres">
      <dgm:prSet presAssocID="{64EF0269-3595-4B49-843E-86BCC03DECDF}" presName="iconBgRect" presStyleLbl="bgShp" presStyleIdx="0" presStyleCnt="4"/>
      <dgm:spPr/>
    </dgm:pt>
    <dgm:pt modelId="{3268E681-D5E0-4219-AE5E-D48CDA7AA959}" type="pres">
      <dgm:prSet presAssocID="{64EF0269-3595-4B49-843E-86BCC03DECD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129F7AA-39E3-47E6-B3B3-4EF3DF5EE3D2}" type="pres">
      <dgm:prSet presAssocID="{64EF0269-3595-4B49-843E-86BCC03DECDF}" presName="spaceRect" presStyleCnt="0"/>
      <dgm:spPr/>
    </dgm:pt>
    <dgm:pt modelId="{2165CCEF-A6B3-4EFD-A79F-B2C439E5E080}" type="pres">
      <dgm:prSet presAssocID="{64EF0269-3595-4B49-843E-86BCC03DECDF}" presName="textRect" presStyleLbl="revTx" presStyleIdx="0" presStyleCnt="4">
        <dgm:presLayoutVars>
          <dgm:chMax val="1"/>
          <dgm:chPref val="1"/>
        </dgm:presLayoutVars>
      </dgm:prSet>
      <dgm:spPr/>
    </dgm:pt>
    <dgm:pt modelId="{86D9A154-6286-4B9A-A814-CBA372EC13A6}" type="pres">
      <dgm:prSet presAssocID="{06854FE1-D295-4397-B065-88A72E8F6E18}" presName="sibTrans" presStyleLbl="sibTrans2D1" presStyleIdx="0" presStyleCnt="0"/>
      <dgm:spPr/>
    </dgm:pt>
    <dgm:pt modelId="{DE432050-3F03-49FF-8E3A-105332F6DAB7}" type="pres">
      <dgm:prSet presAssocID="{C59227BC-F9CF-4080-9BA7-B92AFA74C39E}" presName="compNode" presStyleCnt="0"/>
      <dgm:spPr/>
    </dgm:pt>
    <dgm:pt modelId="{7F90EEF5-AA76-44B9-818E-0B49F8E2AF87}" type="pres">
      <dgm:prSet presAssocID="{C59227BC-F9CF-4080-9BA7-B92AFA74C39E}" presName="iconBgRect" presStyleLbl="bgShp" presStyleIdx="1" presStyleCnt="4"/>
      <dgm:spPr/>
    </dgm:pt>
    <dgm:pt modelId="{4DBD7682-3FF4-49B7-A81F-8ABC81325F65}" type="pres">
      <dgm:prSet presAssocID="{C59227BC-F9CF-4080-9BA7-B92AFA74C3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3AB2AD-C714-4894-AED5-31135BA978B7}" type="pres">
      <dgm:prSet presAssocID="{C59227BC-F9CF-4080-9BA7-B92AFA74C39E}" presName="spaceRect" presStyleCnt="0"/>
      <dgm:spPr/>
    </dgm:pt>
    <dgm:pt modelId="{2215EC1F-9940-4EE0-8686-449F717BAC9A}" type="pres">
      <dgm:prSet presAssocID="{C59227BC-F9CF-4080-9BA7-B92AFA74C39E}" presName="textRect" presStyleLbl="revTx" presStyleIdx="1" presStyleCnt="4">
        <dgm:presLayoutVars>
          <dgm:chMax val="1"/>
          <dgm:chPref val="1"/>
        </dgm:presLayoutVars>
      </dgm:prSet>
      <dgm:spPr/>
    </dgm:pt>
    <dgm:pt modelId="{750D08B8-CCCB-418A-A6CB-6556583F5001}" type="pres">
      <dgm:prSet presAssocID="{2E3175FB-26A3-47DC-B098-E59473128F1F}" presName="sibTrans" presStyleLbl="sibTrans2D1" presStyleIdx="0" presStyleCnt="0"/>
      <dgm:spPr/>
    </dgm:pt>
    <dgm:pt modelId="{BCD7B216-33E2-47A5-8EF4-BA8124AFA81F}" type="pres">
      <dgm:prSet presAssocID="{286B1492-4CF6-48F6-B1DE-622178A74ACC}" presName="compNode" presStyleCnt="0"/>
      <dgm:spPr/>
    </dgm:pt>
    <dgm:pt modelId="{1BB08D2B-5C75-4043-9E70-06ECB17BF4A3}" type="pres">
      <dgm:prSet presAssocID="{286B1492-4CF6-48F6-B1DE-622178A74ACC}" presName="iconBgRect" presStyleLbl="bgShp" presStyleIdx="2" presStyleCnt="4"/>
      <dgm:spPr/>
    </dgm:pt>
    <dgm:pt modelId="{31A6610F-136D-4D9B-838C-E21C2A212472}" type="pres">
      <dgm:prSet presAssocID="{286B1492-4CF6-48F6-B1DE-622178A74A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367EA2C-F830-473E-AD68-8F766F5F81B7}" type="pres">
      <dgm:prSet presAssocID="{286B1492-4CF6-48F6-B1DE-622178A74ACC}" presName="spaceRect" presStyleCnt="0"/>
      <dgm:spPr/>
    </dgm:pt>
    <dgm:pt modelId="{388D07CF-ECB1-450D-A2FB-2588F553523B}" type="pres">
      <dgm:prSet presAssocID="{286B1492-4CF6-48F6-B1DE-622178A74ACC}" presName="textRect" presStyleLbl="revTx" presStyleIdx="2" presStyleCnt="4">
        <dgm:presLayoutVars>
          <dgm:chMax val="1"/>
          <dgm:chPref val="1"/>
        </dgm:presLayoutVars>
      </dgm:prSet>
      <dgm:spPr/>
    </dgm:pt>
    <dgm:pt modelId="{B7DF3541-80AB-4037-8708-CFA686D2AB0A}" type="pres">
      <dgm:prSet presAssocID="{ED5A7706-E409-40EB-B24E-160B9D5DD723}" presName="sibTrans" presStyleLbl="sibTrans2D1" presStyleIdx="0" presStyleCnt="0"/>
      <dgm:spPr/>
    </dgm:pt>
    <dgm:pt modelId="{60F9F0B8-19E5-46A2-91A9-351F1E83D425}" type="pres">
      <dgm:prSet presAssocID="{F747B030-F35E-472D-ADB4-E82AD6E85528}" presName="compNode" presStyleCnt="0"/>
      <dgm:spPr/>
    </dgm:pt>
    <dgm:pt modelId="{7E6BD935-0BA4-4D8D-8331-35BECA800E20}" type="pres">
      <dgm:prSet presAssocID="{F747B030-F35E-472D-ADB4-E82AD6E85528}" presName="iconBgRect" presStyleLbl="bgShp" presStyleIdx="3" presStyleCnt="4"/>
      <dgm:spPr/>
    </dgm:pt>
    <dgm:pt modelId="{A4032784-B0D3-4F58-9A8A-AC42FD9B906C}" type="pres">
      <dgm:prSet presAssocID="{F747B030-F35E-472D-ADB4-E82AD6E855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1063FEA-31F2-4E18-8E27-45A18552172D}" type="pres">
      <dgm:prSet presAssocID="{F747B030-F35E-472D-ADB4-E82AD6E85528}" presName="spaceRect" presStyleCnt="0"/>
      <dgm:spPr/>
    </dgm:pt>
    <dgm:pt modelId="{4DA37586-DCE2-4E63-908A-CC9827AF0FAA}" type="pres">
      <dgm:prSet presAssocID="{F747B030-F35E-472D-ADB4-E82AD6E855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02B440B-9717-4440-B8B3-C5BE0C586BB4}" type="presOf" srcId="{2E3175FB-26A3-47DC-B098-E59473128F1F}" destId="{750D08B8-CCCB-418A-A6CB-6556583F5001}" srcOrd="0" destOrd="0" presId="urn:microsoft.com/office/officeart/2018/2/layout/IconCircleList"/>
    <dgm:cxn modelId="{FD3C470D-6D86-4ACE-BD71-79994EB662D0}" type="presOf" srcId="{286B1492-4CF6-48F6-B1DE-622178A74ACC}" destId="{388D07CF-ECB1-450D-A2FB-2588F553523B}" srcOrd="0" destOrd="0" presId="urn:microsoft.com/office/officeart/2018/2/layout/IconCircleList"/>
    <dgm:cxn modelId="{B949120E-63B9-4E83-B3E6-60B9D2C6CB87}" type="presOf" srcId="{ED5A7706-E409-40EB-B24E-160B9D5DD723}" destId="{B7DF3541-80AB-4037-8708-CFA686D2AB0A}" srcOrd="0" destOrd="0" presId="urn:microsoft.com/office/officeart/2018/2/layout/IconCircleList"/>
    <dgm:cxn modelId="{7A4FEA2F-B93A-4949-A831-815D488A4015}" srcId="{57B2C820-74D7-41E8-9D92-33FB30826AE1}" destId="{F747B030-F35E-472D-ADB4-E82AD6E85528}" srcOrd="3" destOrd="0" parTransId="{6B4CE52A-7794-4EC9-A107-720423F58615}" sibTransId="{BC4B6154-D7E4-4400-967A-BF544856FF8B}"/>
    <dgm:cxn modelId="{AF50795B-BAB6-4847-B1FE-BB98F5699A2E}" type="presOf" srcId="{C59227BC-F9CF-4080-9BA7-B92AFA74C39E}" destId="{2215EC1F-9940-4EE0-8686-449F717BAC9A}" srcOrd="0" destOrd="0" presId="urn:microsoft.com/office/officeart/2018/2/layout/IconCircleList"/>
    <dgm:cxn modelId="{1E4DB879-1068-44B6-9D31-588BEE194C14}" type="presOf" srcId="{64EF0269-3595-4B49-843E-86BCC03DECDF}" destId="{2165CCEF-A6B3-4EFD-A79F-B2C439E5E080}" srcOrd="0" destOrd="0" presId="urn:microsoft.com/office/officeart/2018/2/layout/IconCircleList"/>
    <dgm:cxn modelId="{DAD5387F-B96B-4E61-BF88-664180E06D0A}" type="presOf" srcId="{06854FE1-D295-4397-B065-88A72E8F6E18}" destId="{86D9A154-6286-4B9A-A814-CBA372EC13A6}" srcOrd="0" destOrd="0" presId="urn:microsoft.com/office/officeart/2018/2/layout/IconCircleList"/>
    <dgm:cxn modelId="{607CB487-E98B-4EFC-97A7-FDF786120779}" srcId="{57B2C820-74D7-41E8-9D92-33FB30826AE1}" destId="{64EF0269-3595-4B49-843E-86BCC03DECDF}" srcOrd="0" destOrd="0" parTransId="{1B1B4194-09F0-44B5-94C1-FFE41CAB2FB0}" sibTransId="{06854FE1-D295-4397-B065-88A72E8F6E18}"/>
    <dgm:cxn modelId="{C41BECAD-CB9E-4359-BFDB-68D0B6209CDB}" type="presOf" srcId="{F747B030-F35E-472D-ADB4-E82AD6E85528}" destId="{4DA37586-DCE2-4E63-908A-CC9827AF0FAA}" srcOrd="0" destOrd="0" presId="urn:microsoft.com/office/officeart/2018/2/layout/IconCircleList"/>
    <dgm:cxn modelId="{F9A0AFBF-CA2D-4367-951C-A35A2B837C80}" srcId="{57B2C820-74D7-41E8-9D92-33FB30826AE1}" destId="{286B1492-4CF6-48F6-B1DE-622178A74ACC}" srcOrd="2" destOrd="0" parTransId="{F9F6EDF3-CD4C-40F8-9CFC-27715D53EF2A}" sibTransId="{ED5A7706-E409-40EB-B24E-160B9D5DD723}"/>
    <dgm:cxn modelId="{57E69BE1-9D3D-436F-96F2-D6A0B28989A4}" type="presOf" srcId="{57B2C820-74D7-41E8-9D92-33FB30826AE1}" destId="{D92A212B-6B9D-44F4-806D-36129529E424}" srcOrd="0" destOrd="0" presId="urn:microsoft.com/office/officeart/2018/2/layout/IconCircleList"/>
    <dgm:cxn modelId="{FB0AB8EC-1694-4B60-BA2C-810081BCA819}" srcId="{57B2C820-74D7-41E8-9D92-33FB30826AE1}" destId="{C59227BC-F9CF-4080-9BA7-B92AFA74C39E}" srcOrd="1" destOrd="0" parTransId="{6459BECC-3032-4153-8541-00B886586106}" sibTransId="{2E3175FB-26A3-47DC-B098-E59473128F1F}"/>
    <dgm:cxn modelId="{BA4144ED-2C66-4ACF-9C60-EB143EE5E753}" type="presParOf" srcId="{D92A212B-6B9D-44F4-806D-36129529E424}" destId="{0F01A443-F1DF-459C-BEED-1D14C1EDE3B2}" srcOrd="0" destOrd="0" presId="urn:microsoft.com/office/officeart/2018/2/layout/IconCircleList"/>
    <dgm:cxn modelId="{7314AB07-9059-463D-8BB3-E83B8A73EF40}" type="presParOf" srcId="{0F01A443-F1DF-459C-BEED-1D14C1EDE3B2}" destId="{21169754-264A-4A02-9213-CD730C4A6550}" srcOrd="0" destOrd="0" presId="urn:microsoft.com/office/officeart/2018/2/layout/IconCircleList"/>
    <dgm:cxn modelId="{1BBDB6D9-EE43-40AC-8480-60D8C941D290}" type="presParOf" srcId="{21169754-264A-4A02-9213-CD730C4A6550}" destId="{BC83E50A-3BC9-4EC4-893F-67824520FC4B}" srcOrd="0" destOrd="0" presId="urn:microsoft.com/office/officeart/2018/2/layout/IconCircleList"/>
    <dgm:cxn modelId="{834F5248-2A6A-4678-8CC9-889FCFDC3107}" type="presParOf" srcId="{21169754-264A-4A02-9213-CD730C4A6550}" destId="{3268E681-D5E0-4219-AE5E-D48CDA7AA959}" srcOrd="1" destOrd="0" presId="urn:microsoft.com/office/officeart/2018/2/layout/IconCircleList"/>
    <dgm:cxn modelId="{E82AC750-ED5D-4483-A09F-2D8B2496DF45}" type="presParOf" srcId="{21169754-264A-4A02-9213-CD730C4A6550}" destId="{4129F7AA-39E3-47E6-B3B3-4EF3DF5EE3D2}" srcOrd="2" destOrd="0" presId="urn:microsoft.com/office/officeart/2018/2/layout/IconCircleList"/>
    <dgm:cxn modelId="{C2486F7F-F318-4234-BAAA-8EAD541B0270}" type="presParOf" srcId="{21169754-264A-4A02-9213-CD730C4A6550}" destId="{2165CCEF-A6B3-4EFD-A79F-B2C439E5E080}" srcOrd="3" destOrd="0" presId="urn:microsoft.com/office/officeart/2018/2/layout/IconCircleList"/>
    <dgm:cxn modelId="{CE1862B4-9E12-4E54-90F9-47A48C8691CB}" type="presParOf" srcId="{0F01A443-F1DF-459C-BEED-1D14C1EDE3B2}" destId="{86D9A154-6286-4B9A-A814-CBA372EC13A6}" srcOrd="1" destOrd="0" presId="urn:microsoft.com/office/officeart/2018/2/layout/IconCircleList"/>
    <dgm:cxn modelId="{EE48F87D-C691-4609-A014-EDD6D7DD9E8D}" type="presParOf" srcId="{0F01A443-F1DF-459C-BEED-1D14C1EDE3B2}" destId="{DE432050-3F03-49FF-8E3A-105332F6DAB7}" srcOrd="2" destOrd="0" presId="urn:microsoft.com/office/officeart/2018/2/layout/IconCircleList"/>
    <dgm:cxn modelId="{831EBF7F-971B-4B32-B4BC-3CCB15342620}" type="presParOf" srcId="{DE432050-3F03-49FF-8E3A-105332F6DAB7}" destId="{7F90EEF5-AA76-44B9-818E-0B49F8E2AF87}" srcOrd="0" destOrd="0" presId="urn:microsoft.com/office/officeart/2018/2/layout/IconCircleList"/>
    <dgm:cxn modelId="{0201C0F3-0324-4AE1-A9A4-719DF152B9F2}" type="presParOf" srcId="{DE432050-3F03-49FF-8E3A-105332F6DAB7}" destId="{4DBD7682-3FF4-49B7-A81F-8ABC81325F65}" srcOrd="1" destOrd="0" presId="urn:microsoft.com/office/officeart/2018/2/layout/IconCircleList"/>
    <dgm:cxn modelId="{0E7FC2A2-2A26-4112-B70D-5E2B060AE032}" type="presParOf" srcId="{DE432050-3F03-49FF-8E3A-105332F6DAB7}" destId="{5D3AB2AD-C714-4894-AED5-31135BA978B7}" srcOrd="2" destOrd="0" presId="urn:microsoft.com/office/officeart/2018/2/layout/IconCircleList"/>
    <dgm:cxn modelId="{8CD36A97-A2D9-4BC7-A277-F0EC0A084582}" type="presParOf" srcId="{DE432050-3F03-49FF-8E3A-105332F6DAB7}" destId="{2215EC1F-9940-4EE0-8686-449F717BAC9A}" srcOrd="3" destOrd="0" presId="urn:microsoft.com/office/officeart/2018/2/layout/IconCircleList"/>
    <dgm:cxn modelId="{C868ED97-982D-4BC2-94E7-0746A5DA57F1}" type="presParOf" srcId="{0F01A443-F1DF-459C-BEED-1D14C1EDE3B2}" destId="{750D08B8-CCCB-418A-A6CB-6556583F5001}" srcOrd="3" destOrd="0" presId="urn:microsoft.com/office/officeart/2018/2/layout/IconCircleList"/>
    <dgm:cxn modelId="{54F8CC2B-7384-47B8-867A-58DE32029DE5}" type="presParOf" srcId="{0F01A443-F1DF-459C-BEED-1D14C1EDE3B2}" destId="{BCD7B216-33E2-47A5-8EF4-BA8124AFA81F}" srcOrd="4" destOrd="0" presId="urn:microsoft.com/office/officeart/2018/2/layout/IconCircleList"/>
    <dgm:cxn modelId="{56F38172-8094-49DF-99C3-A154E0603E91}" type="presParOf" srcId="{BCD7B216-33E2-47A5-8EF4-BA8124AFA81F}" destId="{1BB08D2B-5C75-4043-9E70-06ECB17BF4A3}" srcOrd="0" destOrd="0" presId="urn:microsoft.com/office/officeart/2018/2/layout/IconCircleList"/>
    <dgm:cxn modelId="{1CC87C26-8D7B-49DA-8DF1-4C1828CBCBA2}" type="presParOf" srcId="{BCD7B216-33E2-47A5-8EF4-BA8124AFA81F}" destId="{31A6610F-136D-4D9B-838C-E21C2A212472}" srcOrd="1" destOrd="0" presId="urn:microsoft.com/office/officeart/2018/2/layout/IconCircleList"/>
    <dgm:cxn modelId="{2AC6C78A-F1CA-4C50-8185-99C62244E8E4}" type="presParOf" srcId="{BCD7B216-33E2-47A5-8EF4-BA8124AFA81F}" destId="{6367EA2C-F830-473E-AD68-8F766F5F81B7}" srcOrd="2" destOrd="0" presId="urn:microsoft.com/office/officeart/2018/2/layout/IconCircleList"/>
    <dgm:cxn modelId="{08D6281E-C899-425F-A252-7DB2C6A75869}" type="presParOf" srcId="{BCD7B216-33E2-47A5-8EF4-BA8124AFA81F}" destId="{388D07CF-ECB1-450D-A2FB-2588F553523B}" srcOrd="3" destOrd="0" presId="urn:microsoft.com/office/officeart/2018/2/layout/IconCircleList"/>
    <dgm:cxn modelId="{14212D98-C04E-494B-ADED-F88C4810B900}" type="presParOf" srcId="{0F01A443-F1DF-459C-BEED-1D14C1EDE3B2}" destId="{B7DF3541-80AB-4037-8708-CFA686D2AB0A}" srcOrd="5" destOrd="0" presId="urn:microsoft.com/office/officeart/2018/2/layout/IconCircleList"/>
    <dgm:cxn modelId="{C55213D4-90A8-4B84-993D-9F330DDB63F3}" type="presParOf" srcId="{0F01A443-F1DF-459C-BEED-1D14C1EDE3B2}" destId="{60F9F0B8-19E5-46A2-91A9-351F1E83D425}" srcOrd="6" destOrd="0" presId="urn:microsoft.com/office/officeart/2018/2/layout/IconCircleList"/>
    <dgm:cxn modelId="{404B8CD0-0DAF-4199-9F93-5492A44B72DE}" type="presParOf" srcId="{60F9F0B8-19E5-46A2-91A9-351F1E83D425}" destId="{7E6BD935-0BA4-4D8D-8331-35BECA800E20}" srcOrd="0" destOrd="0" presId="urn:microsoft.com/office/officeart/2018/2/layout/IconCircleList"/>
    <dgm:cxn modelId="{E5393CD0-4983-429F-A0AE-E8D18BD14F01}" type="presParOf" srcId="{60F9F0B8-19E5-46A2-91A9-351F1E83D425}" destId="{A4032784-B0D3-4F58-9A8A-AC42FD9B906C}" srcOrd="1" destOrd="0" presId="urn:microsoft.com/office/officeart/2018/2/layout/IconCircleList"/>
    <dgm:cxn modelId="{118CE674-1979-4118-809F-1E071C2E5542}" type="presParOf" srcId="{60F9F0B8-19E5-46A2-91A9-351F1E83D425}" destId="{41063FEA-31F2-4E18-8E27-45A18552172D}" srcOrd="2" destOrd="0" presId="urn:microsoft.com/office/officeart/2018/2/layout/IconCircleList"/>
    <dgm:cxn modelId="{4FEB816C-3B4E-415C-B0D1-63EA1927FC8A}" type="presParOf" srcId="{60F9F0B8-19E5-46A2-91A9-351F1E83D425}" destId="{4DA37586-DCE2-4E63-908A-CC9827AF0FA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835DE-AA9E-4D4D-9BC4-2BDE7F0A1FCA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B6FD0-A908-4B8C-A9EF-055C4645A2E3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55A06-EFA9-43ED-B1C5-BF3CE1D47893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Digital transformation drivers: Growing demand for AI-driven automation &amp; data analytics</a:t>
          </a:r>
          <a:endParaRPr lang="en-US" sz="2200" kern="1200"/>
        </a:p>
      </dsp:txBody>
      <dsp:txXfrm>
        <a:off x="1058686" y="1808"/>
        <a:ext cx="9456913" cy="916611"/>
      </dsp:txXfrm>
    </dsp:sp>
    <dsp:sp modelId="{9C1047CB-501B-4CA0-8F38-435AC8C97769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01899-B23A-4F9E-86DF-D0E1DD901CF8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BFDE4-77E6-4F7B-8825-A580D4A310A9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Barriers to adoption: Traditional AI platforms are often proprietary and technically complex, creating high entry barriers for SME</a:t>
          </a:r>
          <a:endParaRPr lang="en-US" sz="2200" kern="1200"/>
        </a:p>
      </dsp:txBody>
      <dsp:txXfrm>
        <a:off x="1058686" y="1147573"/>
        <a:ext cx="9456913" cy="916611"/>
      </dsp:txXfrm>
    </dsp:sp>
    <dsp:sp modelId="{0D538391-1158-4635-BBCE-7F928250EB0E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81235-2B54-429E-9174-9560EEA8907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03145-FD2E-4199-98BE-857A24E88272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Market opportunity: More than 75% of EU SMEs face difficulties in adopting AI technology</a:t>
          </a:r>
          <a:endParaRPr lang="en-US" sz="2200" kern="1200"/>
        </a:p>
      </dsp:txBody>
      <dsp:txXfrm>
        <a:off x="1058686" y="2293338"/>
        <a:ext cx="9456913" cy="916611"/>
      </dsp:txXfrm>
    </dsp:sp>
    <dsp:sp modelId="{70DE08FA-09DE-4C6F-AB8A-285C84A0CC97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A6670-9A83-4188-961B-BED09542402F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14765-E695-477C-AA31-FDF631F202C9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Role of modular AI: Containerized microservices, visual no-code tools, and scalable cloud deployment democratize access to AI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93AD3-22BE-42A7-ABA1-5526C7B0350B}">
      <dsp:nvSpPr>
        <dsp:cNvPr id="0" name=""/>
        <dsp:cNvSpPr/>
      </dsp:nvSpPr>
      <dsp:spPr>
        <a:xfrm>
          <a:off x="0" y="0"/>
          <a:ext cx="8938260" cy="1958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Main Objective: Implement a modular, container-based AI pipeline on the AI4EU platform.</a:t>
          </a:r>
          <a:endParaRPr lang="en-US" sz="2400" kern="1200"/>
        </a:p>
      </dsp:txBody>
      <dsp:txXfrm>
        <a:off x="57351" y="57351"/>
        <a:ext cx="6914408" cy="1843400"/>
      </dsp:txXfrm>
    </dsp:sp>
    <dsp:sp modelId="{10E2A39B-9E47-4AF4-9405-D0AAF0C4E95C}">
      <dsp:nvSpPr>
        <dsp:cNvPr id="0" name=""/>
        <dsp:cNvSpPr/>
      </dsp:nvSpPr>
      <dsp:spPr>
        <a:xfrm>
          <a:off x="1577339" y="2393235"/>
          <a:ext cx="8938260" cy="1958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Research Questions: 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How can modular AI microservices be effectively designed, deployed, and integrated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How does the pipeline ensure reproducibility, scalability, and interoperability across different infrastructures?</a:t>
          </a:r>
          <a:endParaRPr lang="en-US" sz="1900" kern="1200"/>
        </a:p>
      </dsp:txBody>
      <dsp:txXfrm>
        <a:off x="1634690" y="2450586"/>
        <a:ext cx="5973451" cy="1843400"/>
      </dsp:txXfrm>
    </dsp:sp>
    <dsp:sp modelId="{2B3C05FB-3D79-487A-8868-9B3B72A9102C}">
      <dsp:nvSpPr>
        <dsp:cNvPr id="0" name=""/>
        <dsp:cNvSpPr/>
      </dsp:nvSpPr>
      <dsp:spPr>
        <a:xfrm>
          <a:off x="7665493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1865" y="1539285"/>
        <a:ext cx="700022" cy="9577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BBF74-C13F-4CD0-A033-1BB6C087527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93682-089E-4F9B-AC04-56EBAF8591B3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1144D-CF98-4AE4-9D35-AAC85B0818A2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Design and test a three-stage pipeline -&gt; Energy Generator, Energy Analyzer, and Report Generator</a:t>
          </a:r>
          <a:endParaRPr lang="en-US" sz="2500" kern="1200"/>
        </a:p>
      </dsp:txBody>
      <dsp:txXfrm>
        <a:off x="1435590" y="531"/>
        <a:ext cx="9080009" cy="1242935"/>
      </dsp:txXfrm>
    </dsp:sp>
    <dsp:sp modelId="{94AD946D-2B55-480D-B67E-65369C69AF1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132EE-3EF4-4DCA-9510-934F1D83E34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EEB40-3508-458D-9CAE-F4752386C468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Demonstrate cross-platform deployment -&gt; Docker containers, gRPC and protobuf</a:t>
          </a:r>
          <a:endParaRPr lang="en-US" sz="2500" kern="1200"/>
        </a:p>
      </dsp:txBody>
      <dsp:txXfrm>
        <a:off x="1435590" y="1554201"/>
        <a:ext cx="9080009" cy="1242935"/>
      </dsp:txXfrm>
    </dsp:sp>
    <dsp:sp modelId="{AB3473DD-53D8-49A9-A2C2-F62CFA36F67F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74EF7-0265-4012-AE40-18DD6AC744F8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269E6-A4CA-4329-A944-7B7D603C887F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Provide onboarding documentation 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B8D3F-2654-4D81-B04D-1513F6ADE6C6}">
      <dsp:nvSpPr>
        <dsp:cNvPr id="0" name=""/>
        <dsp:cNvSpPr/>
      </dsp:nvSpPr>
      <dsp:spPr>
        <a:xfrm>
          <a:off x="87287" y="1704"/>
          <a:ext cx="2721322" cy="16327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Set up environment with Docker, Git, Python 3.8+, </a:t>
          </a:r>
          <a:r>
            <a:rPr lang="en-GB" sz="1900" kern="1200" err="1"/>
            <a:t>gRPC</a:t>
          </a:r>
          <a:r>
            <a:rPr lang="en-GB" sz="1900" kern="1200"/>
            <a:t>, </a:t>
          </a:r>
          <a:r>
            <a:rPr lang="en-GB" sz="1900" kern="1200" err="1"/>
            <a:t>protobuf</a:t>
          </a:r>
          <a:r>
            <a:rPr lang="en-GB" sz="1900" kern="1200"/>
            <a:t>.</a:t>
          </a:r>
          <a:endParaRPr lang="en-US" sz="1900" kern="1200"/>
        </a:p>
      </dsp:txBody>
      <dsp:txXfrm>
        <a:off x="135110" y="49527"/>
        <a:ext cx="2625676" cy="1537147"/>
      </dsp:txXfrm>
    </dsp:sp>
    <dsp:sp modelId="{0AAC2160-1C37-4CC9-975A-A7AE26D449C0}">
      <dsp:nvSpPr>
        <dsp:cNvPr id="0" name=""/>
        <dsp:cNvSpPr/>
      </dsp:nvSpPr>
      <dsp:spPr>
        <a:xfrm>
          <a:off x="3048086" y="480656"/>
          <a:ext cx="576920" cy="6748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048086" y="615633"/>
        <a:ext cx="403844" cy="404933"/>
      </dsp:txXfrm>
    </dsp:sp>
    <dsp:sp modelId="{226BA57A-172D-4B7B-BB39-87BD32C3B7F6}">
      <dsp:nvSpPr>
        <dsp:cNvPr id="0" name=""/>
        <dsp:cNvSpPr/>
      </dsp:nvSpPr>
      <dsp:spPr>
        <a:xfrm>
          <a:off x="3897138" y="1704"/>
          <a:ext cx="2721322" cy="16327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Defined/compiled </a:t>
          </a:r>
          <a:r>
            <a:rPr lang="en-GB" sz="1900" kern="1200" err="1"/>
            <a:t>gRPC</a:t>
          </a:r>
          <a:r>
            <a:rPr lang="en-GB" sz="1900" kern="1200"/>
            <a:t> .proto files for communication.</a:t>
          </a:r>
          <a:endParaRPr lang="en-US" sz="1900" kern="1200"/>
        </a:p>
      </dsp:txBody>
      <dsp:txXfrm>
        <a:off x="3944961" y="49527"/>
        <a:ext cx="2625676" cy="1537147"/>
      </dsp:txXfrm>
    </dsp:sp>
    <dsp:sp modelId="{1F5A0112-4D6B-46B4-A7BD-4043200845CA}">
      <dsp:nvSpPr>
        <dsp:cNvPr id="0" name=""/>
        <dsp:cNvSpPr/>
      </dsp:nvSpPr>
      <dsp:spPr>
        <a:xfrm>
          <a:off x="6857937" y="480656"/>
          <a:ext cx="576920" cy="6748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857937" y="615633"/>
        <a:ext cx="403844" cy="404933"/>
      </dsp:txXfrm>
    </dsp:sp>
    <dsp:sp modelId="{CF1361B4-4188-4359-A0E0-0B91D7FAFAE5}">
      <dsp:nvSpPr>
        <dsp:cNvPr id="0" name=""/>
        <dsp:cNvSpPr/>
      </dsp:nvSpPr>
      <dsp:spPr>
        <a:xfrm>
          <a:off x="7706990" y="1704"/>
          <a:ext cx="2721322" cy="1632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Built and containerized microservices.</a:t>
          </a:r>
          <a:endParaRPr lang="en-US" sz="1900" kern="1200"/>
        </a:p>
      </dsp:txBody>
      <dsp:txXfrm>
        <a:off x="7754813" y="49527"/>
        <a:ext cx="2625676" cy="1537147"/>
      </dsp:txXfrm>
    </dsp:sp>
    <dsp:sp modelId="{D387013D-39A4-44D9-B7FE-9333A2569109}">
      <dsp:nvSpPr>
        <dsp:cNvPr id="0" name=""/>
        <dsp:cNvSpPr/>
      </dsp:nvSpPr>
      <dsp:spPr>
        <a:xfrm rot="5400000">
          <a:off x="8779191" y="1824990"/>
          <a:ext cx="576920" cy="6748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8865185" y="1873973"/>
        <a:ext cx="404933" cy="403844"/>
      </dsp:txXfrm>
    </dsp:sp>
    <dsp:sp modelId="{F737A92E-5298-40A3-9946-CB44DB3AC92D}">
      <dsp:nvSpPr>
        <dsp:cNvPr id="0" name=""/>
        <dsp:cNvSpPr/>
      </dsp:nvSpPr>
      <dsp:spPr>
        <a:xfrm>
          <a:off x="7706990" y="2723026"/>
          <a:ext cx="2721322" cy="16327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Deployed services and onboard it to AI4EU Designer. </a:t>
          </a:r>
          <a:endParaRPr lang="en-US" sz="1900" kern="1200"/>
        </a:p>
      </dsp:txBody>
      <dsp:txXfrm>
        <a:off x="7754813" y="2770849"/>
        <a:ext cx="2625676" cy="1537147"/>
      </dsp:txXfrm>
    </dsp:sp>
    <dsp:sp modelId="{D055BBAE-0701-4064-803C-C171A7767056}">
      <dsp:nvSpPr>
        <dsp:cNvPr id="0" name=""/>
        <dsp:cNvSpPr/>
      </dsp:nvSpPr>
      <dsp:spPr>
        <a:xfrm rot="10800000">
          <a:off x="6890593" y="3201979"/>
          <a:ext cx="576920" cy="6748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7063669" y="3336956"/>
        <a:ext cx="403844" cy="404933"/>
      </dsp:txXfrm>
    </dsp:sp>
    <dsp:sp modelId="{20A47B24-299D-42A9-9831-69DC07062710}">
      <dsp:nvSpPr>
        <dsp:cNvPr id="0" name=""/>
        <dsp:cNvSpPr/>
      </dsp:nvSpPr>
      <dsp:spPr>
        <a:xfrm>
          <a:off x="3897138" y="2723026"/>
          <a:ext cx="2721322" cy="16327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>
              <a:latin typeface="Calibri Light" panose="020F0302020204030204"/>
            </a:rPr>
            <a:t>Validation - End-to-end</a:t>
          </a:r>
          <a:r>
            <a:rPr lang="en-GB" sz="1900" kern="1200"/>
            <a:t> data flow tested (CSV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→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Model Training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→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Prediction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→</a:t>
          </a:r>
          <a:r>
            <a:rPr lang="en-GB" sz="1900" kern="1200">
              <a:latin typeface="Calibri Light" panose="020F0302020204030204"/>
            </a:rPr>
            <a:t> </a:t>
          </a:r>
          <a:r>
            <a:rPr lang="en-GB" sz="1900" kern="1200"/>
            <a:t>Output CSV).</a:t>
          </a:r>
          <a:endParaRPr lang="en-US" sz="1900" kern="1200"/>
        </a:p>
      </dsp:txBody>
      <dsp:txXfrm>
        <a:off x="3944961" y="2770849"/>
        <a:ext cx="2625676" cy="15371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1199E-99D1-4B1F-BC1A-A3907563533D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B1FAC7-FB15-4E92-8EDB-E1DCAB0C793A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4978C-8889-4B37-BE2B-DE002D560887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Existing AI platforms (Azure ML) require advanced DevOps skills.</a:t>
          </a:r>
          <a:endParaRPr lang="en-US" sz="1900" kern="1200"/>
        </a:p>
      </dsp:txBody>
      <dsp:txXfrm>
        <a:off x="1337397" y="2284"/>
        <a:ext cx="4926242" cy="1157919"/>
      </dsp:txXfrm>
    </dsp:sp>
    <dsp:sp modelId="{8DD98D32-1E64-4233-8650-891C33EE298A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FB049-9BE4-4D66-9AE0-3650A88FA470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41FAD-7A41-4624-956F-4B9303784F12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Modular microservice architectures and containerization (Docker) enable scalable, portable AI workflows.</a:t>
          </a:r>
          <a:endParaRPr lang="en-US" sz="1900" kern="1200"/>
        </a:p>
      </dsp:txBody>
      <dsp:txXfrm>
        <a:off x="1337397" y="1449684"/>
        <a:ext cx="4926242" cy="1157919"/>
      </dsp:txXfrm>
    </dsp:sp>
    <dsp:sp modelId="{DB2E86B6-C387-42D8-A26A-3A736DB9F421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62AE8-E8B5-497A-8C8A-4C6D474848C9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F8814-C38F-4371-AAA5-76AE3983ECC4}">
      <dsp:nvSpPr>
        <dsp:cNvPr id="0" name=""/>
        <dsp:cNvSpPr/>
      </dsp:nvSpPr>
      <dsp:spPr>
        <a:xfrm>
          <a:off x="1337397" y="28970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Communication via gRPC and Protocol Buffers ensures efficient, language-neutral interoperability between services.</a:t>
          </a:r>
          <a:endParaRPr lang="en-US" sz="1900" kern="1200"/>
        </a:p>
      </dsp:txBody>
      <dsp:txXfrm>
        <a:off x="1337397" y="2897083"/>
        <a:ext cx="4926242" cy="1157919"/>
      </dsp:txXfrm>
    </dsp:sp>
    <dsp:sp modelId="{CF5F5521-AE25-428B-A24A-8EA103D8B505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BF63F-3E52-4066-93B1-0B18C0477B04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463CA-D331-4F31-8580-F636224F43DF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Challenges remain: onboarding complexity, lack of automation, and limited real-time data handling.</a:t>
          </a:r>
          <a:endParaRPr lang="en-US" sz="1900" kern="1200"/>
        </a:p>
      </dsp:txBody>
      <dsp:txXfrm>
        <a:off x="1337397" y="4344483"/>
        <a:ext cx="4926242" cy="11579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A669B-A73A-43C8-942C-9D6870D29B3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0CEBF-96DB-4DD5-91D1-1A96D148163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7901E-944F-421D-AF06-931AE588AFA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Developed, containerized, and validated pipeline.</a:t>
          </a:r>
          <a:endParaRPr lang="en-US" sz="2500" kern="1200"/>
        </a:p>
      </dsp:txBody>
      <dsp:txXfrm>
        <a:off x="1435590" y="531"/>
        <a:ext cx="9080009" cy="1242935"/>
      </dsp:txXfrm>
    </dsp:sp>
    <dsp:sp modelId="{C715D128-CDEA-46E2-B65B-5AD5C327AA9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7E0E0-C606-41B9-9D0E-4542BF8F043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51B91-97B6-4E6F-8BDF-A579149BC8A6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Registered microservices with AI4EU Designer and created reusable solution assets.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E1977791-695F-43C1-9CFE-4767AE02D3C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73F12-684F-40F6-8D45-5AE8AFDB7154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778C8-5CF0-4BC8-8E1D-3924CB8E4588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Documented onboarding/deployment process for future users.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3E50A-3BC9-4EC4-893F-67824520FC4B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8E681-D5E0-4219-AE5E-D48CDA7AA959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5CCEF-A6B3-4EFD-A79F-B2C439E5E080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Adopt Modular, Containerized AI:</a:t>
          </a:r>
          <a:endParaRPr lang="en-US" sz="2100" kern="1200"/>
        </a:p>
      </dsp:txBody>
      <dsp:txXfrm>
        <a:off x="1834517" y="469890"/>
        <a:ext cx="3148942" cy="1335915"/>
      </dsp:txXfrm>
    </dsp:sp>
    <dsp:sp modelId="{7F90EEF5-AA76-44B9-818E-0B49F8E2AF8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D7682-3FF4-49B7-A81F-8ABC81325F65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5EC1F-9940-4EE0-8686-449F717BAC9A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Leverage No-Code Workflow Tools</a:t>
          </a:r>
          <a:endParaRPr lang="en-US" sz="2100" kern="1200"/>
        </a:p>
      </dsp:txBody>
      <dsp:txXfrm>
        <a:off x="7154322" y="469890"/>
        <a:ext cx="3148942" cy="1335915"/>
      </dsp:txXfrm>
    </dsp:sp>
    <dsp:sp modelId="{1BB08D2B-5C75-4043-9E70-06ECB17BF4A3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6610F-136D-4D9B-838C-E21C2A21247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D07CF-ECB1-450D-A2FB-2588F553523B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Automate Onboarding &amp; Documentation</a:t>
          </a:r>
          <a:endParaRPr lang="en-US" sz="2100" kern="1200"/>
        </a:p>
      </dsp:txBody>
      <dsp:txXfrm>
        <a:off x="1834517" y="2545532"/>
        <a:ext cx="3148942" cy="1335915"/>
      </dsp:txXfrm>
    </dsp:sp>
    <dsp:sp modelId="{7E6BD935-0BA4-4D8D-8331-35BECA800E20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32784-B0D3-4F58-9A8A-AC42FD9B906C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37586-DCE2-4E63-908A-CC9827AF0FAA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Explore Advanced Models - Invest in deep learning models for improved forecasting.</a:t>
          </a:r>
          <a:endParaRPr lang="en-US" sz="2100" kern="1200"/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7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8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5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8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3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7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4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0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3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2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AI4EU-Based Modular Microservice Pipeline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Course: MSc Business Analytics, School of Business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Client: Amir Cicak</a:t>
            </a:r>
            <a:endParaRPr lang="en-US" dirty="0">
              <a:ea typeface="Calibri"/>
              <a:cs typeface="Calibri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Faculty Mentor: Muhammad Waseem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algn="l"/>
            <a:r>
              <a:rPr lang="en-US" dirty="0"/>
              <a:t>Presented by: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l"/>
            <a:r>
              <a:rPr lang="en-US" dirty="0"/>
              <a:t>Group 9A: Anand Govindarajan(24251961), Avanti Viresh Rao(24252797), Ram Kumar </a:t>
            </a:r>
            <a:r>
              <a:rPr lang="en-US" dirty="0" err="1"/>
              <a:t>Malaiyappan</a:t>
            </a:r>
            <a:r>
              <a:rPr lang="en-US" dirty="0"/>
              <a:t>(24250055), Shalini Ramesh(24250208)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8216-721C-FD50-6C3A-8A1BD3CC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/>
              <a:t>Background Business Knowledge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57703C5C-CC07-496B-DCB8-894B32390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27350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546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8A245-F326-C11C-EC6F-20C2A6E6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GB" sz="5200"/>
              <a:t>Research Objective and Questions</a:t>
            </a:r>
            <a:endParaRPr lang="en-US" sz="5200"/>
          </a:p>
          <a:p>
            <a:endParaRPr lang="en-GB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D1F028-ADC5-6A41-45F3-4B475D5D59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9159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68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37CA-8A6B-43A3-35F2-BAA033AE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GOALS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CC32A695-B966-E2B6-57EC-513EEE3DE8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311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467EA-9FAB-B548-54E6-3CD603F7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/>
              <a:t>Methodology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D46577-D79C-3A58-2354-2107DC6B0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74545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26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34CF-F376-1012-2E8B-4988E6C1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GB" sz="2900"/>
              <a:t>Secondary Research – Existing Knowledge/Insights</a:t>
            </a:r>
            <a:endParaRPr lang="en-US" sz="2900"/>
          </a:p>
          <a:p>
            <a:endParaRPr lang="en-GB" sz="290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31E1B53-7899-6008-0F62-62FE1BE12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9355461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148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5354-691B-DAC3-CCF5-21494E626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Primary Research – Key Milestones and Deliverables</a:t>
            </a:r>
          </a:p>
          <a:p>
            <a:endParaRPr lang="en-GB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87765CE-0D18-9AB5-A4AB-3D76121346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150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BD0BE-8C50-FA65-AA61-60D098E6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Business Recommendation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F2365361-E6FA-5604-1A6C-D44C2077F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36316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150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3C654-B022-A310-E920-20133141F2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0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AI4EU-Based Modular Microservice Pipeline</vt:lpstr>
      <vt:lpstr>Background Business Knowledge</vt:lpstr>
      <vt:lpstr>Research Objective and Questions </vt:lpstr>
      <vt:lpstr>GOALS</vt:lpstr>
      <vt:lpstr>Methodology</vt:lpstr>
      <vt:lpstr>Secondary Research – Existing Knowledge/Insights </vt:lpstr>
      <vt:lpstr>Primary Research – Key Milestones and Deliverables </vt:lpstr>
      <vt:lpstr>Business Recommendation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</cp:revision>
  <dcterms:created xsi:type="dcterms:W3CDTF">2025-08-24T11:09:39Z</dcterms:created>
  <dcterms:modified xsi:type="dcterms:W3CDTF">2025-08-26T10:35:39Z</dcterms:modified>
</cp:coreProperties>
</file>